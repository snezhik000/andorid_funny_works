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62" r:id="rId3"/>
    <p:sldId id="266" r:id="rId4"/>
    <p:sldId id="264" r:id="rId5"/>
    <p:sldId id="267" r:id="rId6"/>
    <p:sldId id="265" r:id="rId7"/>
    <p:sldId id="269" r:id="rId8"/>
    <p:sldId id="279" r:id="rId9"/>
    <p:sldId id="281" r:id="rId10"/>
    <p:sldId id="268" r:id="rId11"/>
    <p:sldId id="270" r:id="rId12"/>
    <p:sldId id="272" r:id="rId13"/>
    <p:sldId id="263" r:id="rId14"/>
    <p:sldId id="271" r:id="rId15"/>
    <p:sldId id="273" r:id="rId16"/>
    <p:sldId id="274" r:id="rId17"/>
    <p:sldId id="275" r:id="rId18"/>
    <p:sldId id="276" r:id="rId19"/>
    <p:sldId id="278" r:id="rId20"/>
    <p:sldId id="277" r:id="rId21"/>
    <p:sldId id="280" r:id="rId22"/>
    <p:sldId id="282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ED07A56-1D90-4795-AEDF-DE66766C93AE}">
  <a:tblStyle styleId="{9ED07A56-1D90-4795-AEDF-DE66766C93A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9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14:57:53.692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5199.14355"/>
      <inkml:brushProperty name="anchorY" value="-4630.04492"/>
      <inkml:brushProperty name="scaleFactor" value="0.5"/>
    </inkml:brush>
  </inkml:definitions>
  <inkml:trace contextRef="#ctx0" brushRef="#br0">50 1014 0 0 0,'0'0'0'0'0,"-6"2"0"0"0,4-1 0 0 0,-2 0 0 0 0,0 2 0 0 0,1-1 61 0 0,0 0 85 0 0,1 0-16 0 0,-14-6 1591 0 0,15 3-1596 0 0,-1 0 18 0 0,1 0-28 0 0,0 0-8 0 0,-1-1-15 0 0,1 0-10 0 0,0-2-10 0 0,1 1-7 0 0,0-2-12 0 0,-1 0-4 0 0,2-2-5 0 0,1 0-11 0 0,0 0 3 0 0,1-1-7 0 0,3 0-5 0 0,1 1-4 0 0,0 0 3 0 0,1 0-3 0 0,2 0-7 0 0,0-1 2 0 0,1 0-8 0 0,-1-1 7 0 0,1-2-5 0 0,1 0-4 0 0,0 0 2 0 0,2-1 1 0 0,2-1 2 0 0,1-1-9 0 0,2 0 2 0 0,2 1 34 0 0,2-1-19 0 0,1 1 5 0 0,3 1-6 0 0,1 1 7 0 0,1 0-10 0 0,3 0 3 0 0,0 0-8 0 0,1 0 9 0 0,2-2-5 0 0,0 0-4 0 0,1-1 2 0 0,1 0-1 0 0,1 0-2 0 0,0-2-2 0 0,1 0 0 0 0,1-1-2 0 0,0 1-2 0 0,2-1-7 0 0,1 1 4 0 0,3 2 1 0 0,3 2-2 0 0,3 1 0 0 0,3 1 0 0 0,3-2 35 0 0,3 1-17 0 0,1-3 2 0 0,1-1-1 0 0,1-2-1 0 0,0-1-2 0 0,1-1-7 0 0,-1 0 4 0 0,0-1 1 0 0,1 1-9 0 0,0 1-5 0 0,0 0 3 0 0,2 1 32 0 0,2 1-17 0 0,2 1 2 0 0,4 1 1 0 0,1-1 4 0 0,4 1-7 0 0,2-1 1 0 0,1 1-3 0 0,0 0 30 0 0,-1 1-20 0 0,0 0-1 0 0,0 3 0 0 0,0 1-6 0 0,2 0 23 0 0,2 1-19 0 0,1 0 7 0 0,0 0 21 0 0,2 0-8 0 0,1 1-11 0 0,0 0-1 0 0,0 1 5 0 0,0 0-10 0 0,-1 1 24 0 0,1 1-14 0 0,-1-1 3 0 0,1 1-10 0 0,3 0-10 0 0,2 0 3 0 0,1-1-2 0 0,3 1-2 0 0,3 1 0 0 0,1-1-5 0 0,0 0 4 0 0,-1 1-6 0 0,-1 0-5 0 0,-2 1 1 0 0,-1 1 4 0 0,0 2-11 0 0,2 3 8 0 0,1 2-5 0 0,1 2 10 0 0,2 2-4 0 0,1 2-4 0 0,0 0 4 0 0,-1 0 1 0 0,-1 0-2 0 0,0 1 19 0 0,-1-2-8 0 0,0 1 10 0 0,-1 1-7 0 0,3 1-2 0 0,1 1 1 0 0,0 0 1 0 0,1 2-2 0 0,-2 0-2 0 0,0 0 0 0 0,-2 2-5 0 0,-3 1-3 0 0,1 2-6 0 0,-1 1 1 0 0,0 1 8 0 0,1 1-4 0 0,0 2 1 0 0,1 0-2 0 0,-1 0 2 0 0,-1-1 26 0 0,-1 0-10 0 0,-2 0 2 0 0,0-2-7 0 0,-2 0-5 0 0,2 1-1 0 0,0-2-6 0 0,2 1 4 0 0,-1-1-3 0 0,1 0 28 0 0,-1-1-13 0 0,-1-1 4 0 0,-1 2-1 0 0,0 1-5 0 0,-2 2-3 0 0,0 2 31 0 0,0 2-18 0 0,2 3-6 0 0,1 2 1 0 0,1 2-4 0 0,1 1 33 0 0,0 3-15 0 0,-1 2 0 0 0,-2 2-1 0 0,-2 2-8 0 0,-1 2-9 0 0,-2 2-1 0 0,-1-1-3 0 0,0 1-2 0 0,1 0-4 0 0,0 0 0 0 0,0 0 5 0 0,-1 2-11 0 0,0 0 1 0 0,-2 1 2 0 0,-3 0 29 0 0,-3 2-20 0 0,-3 2 3 0 0,-2 0-5 0 0,-5 2 5 0 0,-2 2-16 0 0,-4 2 1 0 0,-3 3-2 0 0,0 1 5 0 0,-3 3-9 0 0,1 1 3 0 0,-1 2-1 0 0,-1 1 5 0 0,-1-1 26 0 0,-2 2-11 0 0,-3-3 0 0 0,-4 0 31 0 0,-3-2-12 0 0,-3 1 26 0 0,-3-1-17 0 0,-2 1 5 0 0,-3 3-5 0 0,-2 3 24 0 0,-2 2-17 0 0,-2 1 2 0 0,-3 2-15 0 0,-3 1-3 0 0,-2 0-2 0 0,-2-2 25 0 0,-3-2-19 0 0,-3 1-3 0 0,-1-2-3 0 0,-3-1 30 0 0,-2 0-21 0 0,-3 2 0 0 0,-2 1-8 0 0,-1 1 32 0 0,-3 2-22 0 0,-1 2 28 0 0,-1 0-16 0 0,-2-1-6 0 0,-1 0 25 0 0,-2-2-25 0 0,-2-3 4 0 0,-1-2-11 0 0,-1-2-7 0 0,-2 0 25 0 0,-2-1-16 0 0,-1-1-1 0 0,-2 3-6 0 0,-2 1-3 0 0,-3 2-5 0 0,-2 0-9 0 0,-1 1 0 0 0,-3 0-15 0 0,-3-2 7 0 0,0-2-6 0 0,-3-3-6 0 0,-1-2 23 0 0,-3-3-7 0 0,-3-4-1 0 0,-3 0-7 0 0,-3-1 33 0 0,-2 1-15 0 0,-1 0 8 0 0,-1 1-6 0 0,1 1-8 0 0,0 0 2 0 0,1 0 4 0 0,1-1-11 0 0,-1 0-4 0 0,-2-1 4 0 0,0 0 25 0 0,-2 0-16 0 0,-2-1 4 0 0,-1 0-10 0 0,-1-3 2 0 0,-1 0-12 0 0,-2-1 0 0 0,1 1-8 0 0,-1 0 7 0 0,-1 2-3 0 0,-1 3-1 0 0,-1 1-2 0 0,0 1 10 0 0,0 1-4 0 0,0-1 2 0 0,1-1-4 0 0,1-4 3 0 0,2-4-2 0 0,0-2-1 0 0,0-4-2 0 0,2-5-2 0 0,0-2-4 0 0,0-3-4 0 0,1-3 0 0 0,2-2-4 0 0,0-1-4 0 0,0 0 3 0 0,1 1-2 0 0,2 0 13 0 0,1 2-6 0 0,2 0 2 0 0,3 0 0 0 0,3 0 7 0 0,4-2-2 0 0,2-2 4 0 0,3-3 1 0 0,4-3 2 0 0,2-3-1 0 0,1-3-1 0 0,2-4 0 0 0,2-2 5 0 0,2-2-4 0 0,1-2 1 0 0,1 0-4 0 0,2-1 5 0 0,0 0-9 0 0,2 0 3 0 0,1-1-1 0 0,2-2 0 0 0,1 0-7 0 0,1-2 5 0 0,1-2-3 0 0,3-2 8 0 0,1 0-11 0 0,2-1 1 0 0,-1 1 2 0 0,2-1 1 0 0,0 1-5 0 0,0 1 4 0 0,0 0-4 0 0,1 0 6 0 0,1-2-6 0 0,1 0 1 0 0,-2-2 0 0 0,1 0 5 0 0,-2 0-6 0 0,0 1-1 0 0,-1 0 3 0 0,-1 1 3 0 0,0 2-5 0 0,0 1-1 0 0,0 1 3 0 0,-1 0 3 0 0,1-1-8 0 0,-1 0 6 0 0,1-1-5 0 0,1-1 4 0 0,-1-1-2 0 0,0 1 1 0 0,-1-1-2 0 0,-1 1 3 0 0,2 1 31 0 0,1-2-23 0 0,-1 2 14 0 0,-1-1-8 0 0,2-1-1 0 0,0 0-9 0 0,-1 0 2 0 0,0 0 4 0 0,0 0-9 0 0,2 0 3 0 0,0-1-1 0 0,0 0-2 0 0,2-1 33 0 0,-1-1-21 0 0,0-1 7 0 0,0 0-5 0 0,2 0-7 0 0,-1 0 2 0 0,0 1-1 0 0,-1 1-7 0 0,0 1 7 0 0,1 0-10 0 0,0-1 3 0 0,2 0 4 0 0,0-1-9 0 0,1 1-1 0 0,-2-2 2 0 0,1 0 3 0 0,0 0-8 0 0,0 1 6 0 0,-2 0-5 0 0,0 1 11 0 0,0 0-13 0 0,1 0 7 0 0,-1 0-3 0 0,-1 1 8 0 0,2-1-9 0 0,-1-1 3 0 0,2 1-1 0 0,-2-1 7 0 0,1 0-11 0 0,0 0 3 0 0,-1 1-1 0 0,-2 2 5 0 0,2-1-2 0 0,-1 0 1 0 0,2 0 0 0 0,0-1 5 0 0,1-1-11 0 0,1 0 3 0 0,0 1-1 0 0,0-1 7 0 0,0-1-2 0 0,0 1-1 0 0,1 0 0 0 0,-3 1 7 0 0,0 0-13 0 0,0 0 3 0 0,-1 0-1 0 0,0 1 7 0 0,1 0-2 0 0,0-1-6 0 0,1 0 5 0 0,-1 0 2 0 0,0 1-1 0 0,1-1-6 0 0,0 0 5 0 0,-2 1 2 0 0,2 0-1 0 0,-1-1-3 0 0,0 3 0 0 0,-1-1 5 0 0,0 1-9 0 0,0-1 8 0 0,2-1-7 0 0,-3-1 6 0 0,1 0-9 0 0,0 0 10 0 0,1-1-3 0 0,-2 0 1 0 0,1 0-4 0 0,-2 1 0 0 0,1 0 0 0 0,1 0 7 0 0,1 0-4 0 0,2 1-3 0 0,0 0 3 0 0,2-1 3 0 0,-1 1-1 0 0,-2-1-6 0 0,-1 0 5 0 0,1 0 2 0 0,0-1-5 0 0,-1 0 1 0 0,2 0 3 0 0,-1 0 3 0 0,1 0-3 0 0,-2 1-3 0 0,1 1-2 0 0,0-1 12 0 0,-1 0-8 0 0,2 0-2 0 0,-1-1-2 0 0,1 0 7 0 0,0 0-2 0 0,-3 1-3 0 0,-2 1 0 0 0,0 0 5 0 0,1-1-4 0 0,1 0-1 0 0,1 0 0 0 0,1 0 5 0 0,0-1-6 0 0,-1-1 6 0 0,0 1-2 0 0,-1 0 1 0 0,0 0-4 0 0,1 2-2 0 0,1 0 5 0 0,0 0 1 0 0,1-1-3 0 0,-2 2-1 0 0,0-1 3 0 0,0 0 5 0 0,1-1-8 0 0,0 0 1 0 0,0 0-1 0 0,1-1 5 0 0,-2 2-6 0 0,-2 0 4 0 0,0 0 1 0 0,1-1 4 0 0,0 1-8 0 0,1-1-4 0 0,1-1 4 0 0,1 0 0 0 0,0 1 4 0 0,-2 0-3 0 0,1 1-1 0 0,-3 0 7 0 0,0 0 1 0 0,0-1-8 0 0,1 0 6 0 0,1-1 4 0 0,-1 2-10 0 0,1-1 3 0 0,0 0-1 0 0,0 0 5 0 0,1 0-4 0 0,0 1 1 0 0,0 0 3 0 0,1-1 1 0 0,-3 1-5 0 0,1 0-6 0 0,-1-1 5 0 0,1 1 7 0 0,1-2-12 0 0,0 1 4 0 0,1-1-3 0 0,0 0 10 0 0,-1 2-8 0 0,0 0 5 0 0,1 0-2 0 0,0 0 6 0 0,-3 0-9 0 0,1-1 3 0 0,-1 0-1 0 0,1 0 5 0 0,-1 1-6 0 0,1-1 1 0 0,0 0 0 0 0,0 2 5 0 0,1-1-6 0 0,0 0 1 0 0,0-1 0 0 0,1 0 3 0 0,-3 1-4 0 0,1-1-1 0 0,-2 1 3 0 0,1 0 1 0 0,-2 1-3 0 0,1 2 1 0 0,0-2 0 0 0,2 0 5 0 0,0 0-4 0 0,1-2-3 0 0,0 0 3 0 0,1-1 8 0 0,-2 2-12 0 0,-1 1 2 0 0,-1 1-3 0 0,1-1 14 0 0,-1 1-11 0 0,0 2 0 0 0,-1-2-3 0 0,2 0 12 0 0,0 0-8 0 0,0 0-5 0 0,0 0 5 0 0,0-1 7 0 0,0 0-5 0 0,0 0-2 0 0,-1 0 0 0 0,1-1 5 0 0,0 1-6 0 0,-1 1-3 0 0,1-1 3 0 0,1 0 5 0 0,-1 0-5 0 0,0-1-36 0 0,1 0 17 0 0,1-1 35 0 0,-2 2-15 0 0,0-1 2 0 0,0 2 0 0 0,0 0 7 0 0,-1 1-6 0 0,0 2-3 0 0,0-2 0 0 0,1 1 5 0 0,0-1-4 0 0,-1 0 6 0 0,2 0-9 0 0,-1-2 6 0 0,0 1-7 0 0,-1 0 6 0 0,1-1-2 0 0,0 1-1 0 0,0-1 3 0 0,-1 0-6 0 0,-1 1-1 0 0,0 1 12 0 0,-1 1-4 0 0,0 0 0 0 0,-1 2-2 0 0,2 1 5 0 0,-1 0-2 0 0,1 1-3 0 0,0 0 3 0 0,1-2 3 0 0,0 0-8 0 0,1-2 6 0 0,-1-1-3 0 0,2-1 4 0 0,0-2-6 0 0,2-1-1 0 0,-1-1 3 0 0,-1 1 5 0 0,-2 2-10 0 0,0-1 3 0 0,1 1-1 0 0,1-2 5 0 0,-1 1-4 0 0,0 0-1 0 0,1 0 0 0 0,1-2 3 0 0,0 1 1 0 0,1-1-8 0 0,-2 1 6 0 0,1 0 0 0 0,-1 0 32 0 0,1 0-13 0 0,0-1-2 0 0,1 0-23 0 0,-1-1 1 0 0,0-3-3 0 0,-1 1 3 0 0,1-3 1 0 0,1-3-5 0 0,1-4 4 0 0,3-2 1 0 0,3-5-1 0 0,1-2-3 0 0,2-4 0 0 0,3-2 0 0 0,2-2 7 0 0,0-4-6 0 0,2-2-3 0 0,1-3 3 0 0,1-1 8 0 0,2-3-7 0 0,0-1-2 0 0,0-2 0 0 0,2-1 7 0 0,-1 0-6 0 0,0-1-3 0 0,0 1 3 0 0,1 2-2 0 0,0 2-3 0 0,1 3-2 0 0,-1 4 3 0 0,-1 6 5 0 0,-1 4-1 0 0,-3 3-34 0 0,-4 5 15 0 0,-5 6 7 0 0,-1 1-7 0 0,-3 3 7 0 0,-2 3 3 0 0,-1 1 4 0 0,-1 2-1 0 0,-1 1 6 0 0,0 1-2 0 0,-1 1-54 0 0,1-1 35 0 0,0 0-1 0 0,0 1 11 0 0,0 2-22 0 0,-2 2 23 0 0,-1 3 5 0 0,0 1-3 0 0,1 3 6 0 0,-3 1-2 0 0,0 1-3 0 0,0 1 10 0 0,-1 1-11 0 0,-1 3 4 0 0,-2 1 6 0 0,-4 3 1 0 0,-2 3-8 0 0,-3 3 6 0 0,-2 3 9 0 0,-2 3-5 0 0,-2 3 0 0 0,2 2 3 0 0,0 1 8 0 0,-1 2-5 0 0,1 2 0 0 0,0-1 3 0 0,1-1-4 0 0,0 0 6 0 0,2-2-4 0 0,0-2-3 0 0,4-4 7 0 0,1-2-9 0 0,2-3 3 0 0,2-2-1 0 0,2-3 7 0 0,2-1-4 0 0,0-2-1 0 0,2-2 5 0 0,1-3-2 0 0,2-1-6 0 0,0-2 7 0 0,1-4-5 0 0,0-2 4 0 0,0-3-9 0 0,0-3 6 0 0,1-1-3 0 0,-1-2-48 0 0,0 1 20 0 0,0-1 4 0 0,0 1 10 0 0,0-1-7 0 0,0 1 5 0 0,1-1-2 0 0,2-1 8 0 0,1-3-4 0 0,1-3 34 0 0,2-5-14 0 0,2-3 10 0 0,2-2-41 0 0,1-2 9 0 0,3-1 0 0 0,1 1 1 0 0,2-1-8 0 0,1 1 6 0 0,1-1-3 0 0,1 0 4 0 0,2-1 1 0 0,2-1-8 0 0,2 0 6 0 0,4-1 0 0 0,4 0 2 0 0,7 1-5 0 0,4 1 8 0 0,5 1 5 0 0,6 3 2 0 0,4 1-1 0 0,3 2 1 0 0,2 2 5 0 0,3 3-2 0 0,1 3 1 0 0,1 2 0 0 0,0 2 5 0 0,-1 3-9 0 0,-2 1-1 0 0,0 0 2 0 0,-2 0-6 0 0,0 0-1 0 0,-1-3-39 0 0,0-1 22 0 0,-2-4-191 0 0,-1 0-228 0 0,-3-1-373 0 0,-3 0 218 0 0,-5 2-1226 0 0,-4 2 440 0 0,-5 3-124 0 0,-10 1-159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16:03:08.305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781 15 0 0 0,'-8'-15'3108'0'0,"7"21"-2850"0"0,-1 2 36 0 0,-1 3-28 0 0,1 3-1 0 0,-1 2-35 0 0,0 4-24 0 0,1 1 0 0 0,0 3-1 0 0,0 2-31 0 0,0 1 20 0 0,0 3-5 0 0,0 2 5 0 0,-1 4-26 0 0,0 3 14 0 0,-1 6 0 0 0,-1 4-31 0 0,-1 5-14 0 0,0 4 23 0 0,-2 3 3 0 0,0 3-31 0 0,-1 2-6 0 0,0 0-16 0 0,-1 1 14 0 0,1 1-27 0 0,0-2-8 0 0,0-1-8 0 0,2-1-14 0 0,-1 0 24 0 0,1 1-22 0 0,0 0 3 0 0,0 3-13 0 0,0 4-9 0 0,0 4-6 0 0,0 3-3 0 0,1 2 27 0 0,-1 4-19 0 0,2 0-1 0 0,-1-1-6 0 0,2-5-6 0 0,1-5-6 0 0,-1-7-3 0 0,2-6-3 0 0,0-8 0 0 0,1-4 24 0 0,0-3-10 0 0,1-2 0 0 0,-1 1 0 0 0,1 0 26 0 0,-1 1-17 0 0,-1-2 6 0 0,1-1-12 0 0,0-1-7 0 0,-1-2-3 0 0,0-4-1 0 0,1-3-11 0 0,0-1 5 0 0,0-2-10 0 0,-1-3 43 0 0,1-3-24 0 0,-1-2 1 0 0,0-4-3 0 0,0-3 2 0 0,1-2-13 0 0,0-4 1 0 0,0 0-5 0 0,0-1 5 0 0,1 1-6 0 0,-1-2-3 0 0,1-2-4 0 0,0-1 5 0 0,0-2-9 0 0,0 1 6 0 0,0 0-7 0 0,0-1 43 0 0,0 2 298 0 0,1-2-337 0 0,-1 0 2 0 0,1 1 11 0 0,-1 0-15 0 0,1 1 0 0 0,-1-1-1 0 0,0-1 12 0 0,1 3-13 0 0,0 0-3 0 0,0 0 4 0 0,-1-1 2 0 0,1-1-3 0 0,-1-1-3 0 0,0-1 0 0 0,1 1 5 0 0,-1 2-4 0 0,1 0-1 0 0,0-1-2 0 0,0 2 5 0 0,0 0-4 0 0,0 0-1 0 0,-1-1 3 0 0,1-2 1 0 0,-1 2 32 0 0,1 0-16 0 0,-1-1 3 0 0,0 0-1 0 0,0 1-2 0 0,0-2-4 0 0,0 0-4 0 0,-1 1 3 0 0,0 0-6 0 0,1-1 1 0 0,-1 0-4 0 0,1 0 7 0 0,0-2-6 0 0,0 1-3 0 0,0-1 0 0 0,0 0 3 0 0,0 0-4 0 0,0-1-3 0 0,0 1 0 0 0,0-2 10 0 0,0 0-8 0 0,-1-3 2 0 0,-1-2-2 0 0,-1-2 3 0 0,-1-1-4 0 0,-1-2-1 0 0,0-3-2 0 0,-2-2 12 0 0,0-3-8 0 0,-1-4 0 0 0,0-4 0 0 0,-1-5 3 0 0,0-5-9 0 0,-1-4 6 0 0,0-5-5 0 0,-2-4 8 0 0,1-3-6 0 0,-1-3-3 0 0,-1-3 3 0 0,-1-1 3 0 0,-2-1-45 0 0,0 1 18 0 0,-3 2-5 0 0,-2 3 6 0 0,-1 3-5 0 0,-4 3 4 0 0,-1 2 5 0 0,-1 2 4 0 0,0 2-33 0 0,0 2 16 0 0,3 0 1 0 0,2 3 4 0 0,2 2 6 0 0,3 3 6 0 0,2 4-3 0 0,2 3 18 0 0,3 6-8 0 0,2 4 6 0 0,2 5-4 0 0,3 5-20 0 0,1 2-59 0 0,1 2-10 0 0,1 1 16 0 0,0 6-113 0 0,2 7 118 0 0,2 7 6 0 0,2 7-24 0 0,1 8 20 0 0,1 6 3 0 0,3 5 5 0 0,1 2-21 0 0,1 2-14 0 0,1 1 10 0 0,1-2 12 0 0,3-1-26 0 0,2 0 16 0 0,2-1 16 0 0,1-1 2 0 0,1 1 15 0 0,0 1 9 0 0,0 0-2 0 0,-2 2 12 0 0,0 0 10 0 0,0 1 5 0 0,0 3 5 0 0,0 0 2 0 0,-1 2 4 0 0,-1 2 2 0 0,1 0 4 0 0,0 0-3 0 0,-2-1 8 0 0,1-3 1 0 0,-1-1-5 0 0,0-4 4 0 0,-1-4 3 0 0,0-3 2 0 0,-1-3-10 0 0,-1-4 6 0 0,-1-4 9 0 0,0-3-14 0 0,-2-5 2 0 0,-1-2 2 0 0,0-5 8 0 0,-1-2-10 0 0,-2-2 35 0 0,-1-4-13 0 0,-2-2 5 0 0,-1-3-2 0 0,-1-1 31 0 0,1-2-17 0 0,-2-1 0 0 0,2 0 32 0 0,1 0-22 0 0,1-1-2 0 0,2-2 34 0 0,0-2-25 0 0,3-4-2 0 0,0-3-2 0 0,1-5-8 0 0,2-5 28 0 0,0-7-11 0 0,1-8-7 0 0,1-7 0 0 0,1-10-45 0 0,1-9-51 0 0,1-6 17 0 0,0-5-167 0 0,2-3-218 0 0,1 0-354 0 0,1 2 208 0 0,1 5-1307 0 0,0 6 470 0 0,-2 6-140 0 0,-4 15-177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16:03:11.480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73.34106"/>
      <inkml:brushProperty name="anchorY" value="-3248.37744"/>
      <inkml:brushProperty name="scaleFactor" value="0.5"/>
    </inkml:brush>
  </inkml:definitions>
  <inkml:trace contextRef="#ctx0" brushRef="#br0">8 1 0 0 0,'-8'9'2210'0'0,"9"-6"-1965"0"0,0 4 2 0 0,3 5-25 0 0,2 3 85 0 0,3 3-7 0 0,2 3 14 0 0,5 4-41 0 0,3 2 62 0 0,2 4-6 0 0,5 4-18 0 0,3 3-36 0 0,4 4 2 0 0,4 5-43 0 0,4 3 9 0 0,3 3-40 0 0,3 2-15 0 0,1 1-20 0 0,0-1-25 0 0,-2-2-13 0 0,-4-3-14 0 0,-3-4-12 0 0,-4-6-44 0 0,-4-4-1 0 0,-7-7-104 0 0,-3-5-61 0 0,-6-6-97 0 0,-4-6 46 0 0,-5-5-86 0 0,-23-53-5115 0 0,9 30 4186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16:03:12.049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2598.14575"/>
      <inkml:brushProperty name="anchorY" value="-4947.08838"/>
      <inkml:brushProperty name="scaleFactor" value="0.5"/>
    </inkml:brush>
  </inkml:definitions>
  <inkml:trace contextRef="#ctx0" brushRef="#br0">107 565 0 0 0,'0'0'0'0'0,"0"-3"0"0"0,0-3 33 0 0,-2-3 373 0 0,0-1-203 0 0,0-1-6 0 0,-1-1 61 0 0,-1-1 13 0 0,0-1 63 0 0,-1 1-56 0 0,-1-1 83 0 0,0-1 39 0 0,-1-2 19 0 0,0 0-50 0 0,0-3 48 0 0,0-2-38 0 0,-1-2-11 0 0,1-2-48 0 0,0-4 34 0 0,1-1-64 0 0,1-2 13 0 0,1-1-51 0 0,1 1-18 0 0,0 2-30 0 0,2 4-61 0 0,2 4-7 0 0,1 3-12 0 0,3 4-19 0 0,1 3-15 0 0,3 3-12 0 0,2 2-5 0 0,3 2-14 0 0,1 3-8 0 0,3 2-9 0 0,2 5 32 0 0,1 3-27 0 0,1 5 33 0 0,1 5-21 0 0,1 4-5 0 0,1 5-10 0 0,0 4 25 0 0,1 5-20 0 0,-1 2-1 0 0,-1 3-10 0 0,-2 2-8 0 0,-5-2-3 0 0,-4-1-29 0 0,-2-4-29 0 0,-3-3-24 0 0,-4-4 15 0 0,-1-4-64 0 0,-2-4-3 0 0,1-3-13 0 0,-1-6 20 0 0,-1-1-21 0 0,0-4-37 0 0,0-2 6 0 0,-2-3 13 0 0,-1-5-6 0 0,1-4 20 0 0,1-4 8 0 0,-1-4 16 0 0,1-1 20 0 0,0-3-35 0 0,3-1 33 0 0,1 1 2 0 0,0 2 18 0 0,3 1 8 0 0,2 4-22 0 0,2 2 18 0 0,2 2 35 0 0,2 2-5 0 0,2 3 37 0 0,2 2-11 0 0,1 2 43 0 0,2 3 40 0 0,3 2 9 0 0,1 3-14 0 0,1 2 33 0 0,1 2 4 0 0,1 3 14 0 0,1 4-18 0 0,-1 2 25 0 0,-1 4 4 0 0,0 3 6 0 0,-1 5-16 0 0,-3 3 26 0 0,-2 4-3 0 0,-3 2-15 0 0,-3 3-18 0 0,-3 1-5 0 0,-3-1-19 0 0,-3 0-8 0 0,-2-3-11 0 0,-3-1-8 0 0,-1-2-38 0 0,-2-2-63 0 0,0-1 18 0 0,-1-3-131 0 0,-1-3-105 0 0,0-3-222 0 0,0-4 125 0 0,1-3-453 0 0,0-6-885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16:03:12.90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4196.39258"/>
      <inkml:brushProperty name="anchorY" value="-6407.81787"/>
      <inkml:brushProperty name="scaleFactor" value="0.5"/>
    </inkml:brush>
  </inkml:definitions>
  <inkml:trace contextRef="#ctx0" brushRef="#br0">115 780 0 0 0,'0'0'0'0'0,"1"-6"159"0"0,1 1 1 0 0,-1 0 32 0 0,0-3 27 0 0,-1-3-35 0 0,0-3 89 0 0,-3-1 63 0 0,-1-1 48 0 0,0 0-59 0 0,-2 2 170 0 0,-1 2-29 0 0,-1 5-25 0 0,0 2-41 0 0,-2 5-13 0 0,0 3-25 0 0,0 7-18 0 0,0 5-44 0 0,1 6 2 0 0,0 7-16 0 0,2 6-38 0 0,0 5-23 0 0,3 5-27 0 0,1 3-24 0 0,2 0-26 0 0,3-1-10 0 0,1-3-25 0 0,2-3 23 0 0,2-5-32 0 0,3-3-2 0 0,0-3-12 0 0,2-3-17 0 0,1-3-6 0 0,1-2-9 0 0,1-3-6 0 0,0-2-8 0 0,2-4-10 0 0,2 0-1 0 0,0-3-5 0 0,0-1-11 0 0,3-3-5 0 0,0-1-3 0 0,0-4-1 0 0,-1-4-9 0 0,2-3-2 0 0,0-4-1 0 0,1-5 5 0 0,1-2 26 0 0,1-5-14 0 0,1-3 6 0 0,-1-3 4 0 0,0-4-9 0 0,-2-4 1 0 0,-1-2-1 0 0,-2-2 3 0 0,-2-1 1 0 0,-1-2-40 0 0,0-1 11 0 0,-2 1 5 0 0,-1-1-36 0 0,0 0 13 0 0,-1-1 4 0 0,-1-1-33 0 0,-1 0-15 0 0,-1-1-16 0 0,-2-1 15 0 0,-2 0 8 0 0,-2 0-27 0 0,-3-1 25 0 0,-2 0 3 0 0,-2 1-24 0 0,-2 2 20 0 0,-2 1 3 0 0,-3 4 8 0 0,-2 5 45 0 0,-2 6-14 0 0,-1 6 40 0 0,-3 5-10 0 0,-1 7 33 0 0,-2 4 13 0 0,0 3 15 0 0,-1 3-10 0 0,0 4 29 0 0,0 5 10 0 0,3 5 17 0 0,-1 4-21 0 0,-1 6 28 0 0,1 5-26 0 0,1 6-11 0 0,1 5-9 0 0,4 5 0 0 0,4 5-10 0 0,6 5-12 0 0,4 3 1 0 0,7 2-4 0 0,3 1-9 0 0,4 0-30 0 0,1-4 0 0 0,0-3 12 0 0,3-4-12 0 0,1-6 7 0 0,1-4-7 0 0,1-7 6 0 0,4-5-4 0 0,1-4 1 0 0,2-5-2 0 0,1-4 0 0 0,2-6 5 0 0,2-4-9 0 0,0-5 6 0 0,0-3 0 0 0,-1-3 30 0 0,0-3-16 0 0,-2-1 5 0 0,-1-2 2 0 0,-2-1-9 0 0,-2-3-34 0 0,-1-4 7 0 0,-3-4-63 0 0,-1-5-42 0 0,-2-5-136 0 0,-1-6 67 0 0,-1-4-349 0 0,-2-4-171 0 0,-1-3-1245 0 0,1-1 445 0 0,0 0-141 0 0,-3 11-261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16:03:13.805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6072.25781"/>
      <inkml:brushProperty name="anchorY" value="-6774.61035"/>
      <inkml:brushProperty name="scaleFactor" value="0.5"/>
    </inkml:brush>
  </inkml:definitions>
  <inkml:trace contextRef="#ctx0" brushRef="#br0">23 34 0 0 0,'0'0'0'0'0,"-1"-3"0"0"0,-1-1 212 0 0,0 0 199 0 0,-1-1-196 0 0,-11-12 1555 0 0,15 19-1514 0 0,2 5 27 0 0,3 3 8 0 0,3 3-37 0 0,2 4 68 0 0,4 6-8 0 0,2 6 16 0 0,2 3-46 0 0,4 5 30 0 0,0 2-31 0 0,3 3-3 0 0,1 0-40 0 0,-2 0 9 0 0,0-1-44 0 0,-1-2 8 0 0,0 0-35 0 0,-3-3-20 0 0,-2-2-19 0 0,-2-3-23 0 0,-1-3-11 0 0,-2-3-43 0 0,-2-5-67 0 0,-2-3-110 0 0,-2-3 42 0 0,0-3-315 0 0,-3-3-104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16:03:14.435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7307.62598"/>
      <inkml:brushProperty name="anchorY" value="-8251.50781"/>
      <inkml:brushProperty name="scaleFactor" value="0.5"/>
    </inkml:brush>
  </inkml:definitions>
  <inkml:trace contextRef="#ctx0" brushRef="#br0">46 699 0 0 0,'0'0'0'0'0,"-2"-3"0"0"0,-2-5 0 0 0,0 0 425 0 0,-1-2-145 0 0,-1-1-19 0 0,1 0-54 0 0,0 0 61 0 0,1 2-4 0 0,0 1-11 0 0,2 2-26 0 0,-1 0 29 0 0,1-4 1020 0 0,7 10-974 0 0,2 1-45 0 0,3 2 69 0 0,4 2-6 0 0,1 3-17 0 0,4 3-34 0 0,1 2 37 0 0,1 3-2 0 0,3 3-42 0 0,0 1-21 0 0,1 1 35 0 0,0 2-57 0 0,2 1 20 0 0,0 1-43 0 0,0 2-17 0 0,0 0-20 0 0,-1 0-26 0 0,-1-3-18 0 0,-1-2-14 0 0,-2-4-10 0 0,-3-4-23 0 0,0-4-2 0 0,-3-3 25 0 0,-1-2-32 0 0,0-1-1 0 0,-2-2-10 0 0,-3-1 29 0 0,-3-3-23 0 0,-4-4 1 0 0,-2-4-9 0 0,-2-5-3 0 0,0-3 23 0 0,1-5-22 0 0,0-5 4 0 0,0-5-11 0 0,-1-4-7 0 0,-4-6 1 0 0,-3-4-5 0 0,-3-3 0 0 0,-2-3-35 0 0,-2-3 3 0 0,-1-1-3 0 0,2 1 11 0 0,-2 1-8 0 0,1 1 5 0 0,-1 3-4 0 0,2 4 8 0 0,-1 5-6 0 0,0 5-1 0 0,0 4 3 0 0,2 6 5 0 0,-1 3-10 0 0,1 4 38 0 0,0 4-18 0 0,1 3 17 0 0,1 4-12 0 0,4 3-5 0 0,1 2 6 0 0,3 2-5 0 0,1 2-1 0 0,0 0-32 0 0,1 2 11 0 0,0-1-29 0 0,0 0 5 0 0,2 2 4 0 0,1 2 1 0 0,2 2 9 0 0,3 2-5 0 0,1 3 5 0 0,3 2 1 0 0,2 1 39 0 0,3 4-15 0 0,1 2 2 0 0,2 3-2 0 0,3 3 5 0 0,0 4 26 0 0,1 3-16 0 0,3 0 4 0 0,3 1-8 0 0,2-1 0 0 0,3-1 30 0 0,2-1-17 0 0,1 0 7 0 0,2-1-8 0 0,-1 0 0 0 0,-2 0-8 0 0,-1-1 2 0 0,-3-1 2 0 0,-2-2-2 0 0,-3-3-8 0 0,-3-3 42 0 0,-2-3-24 0 0,-2-2-3 0 0,-2-2-1 0 0,-4-1-33 0 0,0-2-27 0 0,-1 0-31 0 0,-3-1 22 0 0,-2-3-104 0 0,0 0-80 0 0,0-1-148 0 0,-2-2 85 0 0,0-1-368 0 0,2 0-117 0 0,10 0-1142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16:03:14.967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9178.64453"/>
      <inkml:brushProperty name="anchorY" value="-9166.55566"/>
      <inkml:brushProperty name="scaleFactor" value="0.5"/>
    </inkml:brush>
  </inkml:definitions>
  <inkml:trace contextRef="#ctx0" brushRef="#br0">145 486 0 0 0,'0'0'0'0'0,"1"2"0"0"0,1 2 187 0 0,0 2 259 0 0,1 2-156 0 0,1 1-15 0 0,1 2-66 0 0,2 2 36 0 0,1-1 4 0 0,1-1-11 0 0,-1-2-28 0 0,1-3 30 0 0,1-3 17 0 0,0-4 9 0 0,0-4-37 0 0,-1-4 10 0 0,-1-5 21 0 0,1-3 11 0 0,-2-4-42 0 0,-1-3 20 0 0,-2-3-17 0 0,-1-4-37 0 0,-2-1-17 0 0,-3-3 14 0 0,0-2-33 0 0,-4-1-15 0 0,2 14-69 0 0,1 9-28 0 0,-5-26 74 0 0,-3 2 7 0 0,-1 1 69 0 0,-2 4-48 0 0,-2 4 64 0 0,-1 5-20 0 0,-2 5 7 0 0,0 6-28 0 0,-2 6 18 0 0,1 7-38 0 0,0 7-11 0 0,0 7-19 0 0,2 7 20 0 0,2 8-30 0 0,3 7-12 0 0,3 5-8 0 0,4 2-8 0 0,4 3-20 0 0,4 1 1 0 0,6 0-14 0 0,3-3 0 0 0,5-1-8 0 0,3-4-12 0 0,2-2 3 0 0,1-5 31 0 0,1-3-24 0 0,1-4 5 0 0,0-3-9 0 0,1-3 2 0 0,0-4-15 0 0,0-2 4 0 0,0-3-4 0 0,-1-3-2 0 0,0-2-11 0 0,-1-3 0 0 0,0-3-3 0 0,-2-2 7 0 0,-2-3-9 0 0,-1-1-4 0 0,-2-3 1 0 0,-1 0-64 0 0,-3-2-40 0 0,-2-2-84 0 0,-1-1 46 0 0,0-1-219 0 0,-1-3-208 0 0,0-1-201 0 0,0-3 161 0 0,0 0-1188 0 0,-1-1 433 0 0,1 0-129 0 0,-3 5-141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16:03:15.39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0425.94141"/>
      <inkml:brushProperty name="anchorY" value="-9911.89258"/>
      <inkml:brushProperty name="scaleFactor" value="0.5"/>
    </inkml:brush>
  </inkml:definitions>
  <inkml:trace contextRef="#ctx0" brushRef="#br0">17 1 0 0 0,'0'0'0'0'0,"-2"4"280"0"0,0 5 233 0 0,-1 2 198 0 0,0 2-199 0 0,0 2-100 0 0,1 3 21 0 0,0 2-19 0 0,2 1-5 0 0,2 3-53 0 0,2 1 30 0 0,3 2-5 0 0,4 1-23 0 0,3 3-39 0 0,4 2-7 0 0,3 2-11 0 0,2 0-46 0 0,3 1-26 0 0,2-2-19 0 0,3-2-36 0 0,1-1-18 0 0,0-3-22 0 0,-1-4 17 0 0,-1-2-28 0 0,-2-4-13 0 0,-6-2-13 0 0,-4-3-38 0 0,-4-3-34 0 0,-3-1-2 0 0,-3-3-6 0 0,-3-2-59 0 0,-3-2-168 0 0,-7-4-419 0 0,-6-2 4 0 0,-5-1-105 0 0,-5-2-842 0 0,-6 0 300 0 0,-4-2-97 0 0,4 2-48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16:03:15.590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1536.44727"/>
      <inkml:brushProperty name="anchorY" value="-11352.14844"/>
      <inkml:brushProperty name="scaleFactor" value="0.5"/>
    </inkml:brush>
  </inkml:definitions>
  <inkml:trace contextRef="#ctx0" brushRef="#br0">67 807 0 0 0,'-11'-9'2548'0'0,"6"4"-1978"0"0,-2-2-151 0 0,1-1 95 0 0,-2-1-55 0 0,2-2-22 0 0,-1-3-50 0 0,1-1 23 0 0,2-3-68 0 0,1-3-5 0 0,1 0-41 0 0,0 0-30 0 0,3-1-39 0 0,2 2-23 0 0,0-2-26 0 0,1 1-17 0 0,2-2-23 0 0,2-2-18 0 0,1-4-13 0 0,1-3-6 0 0,2-2-79 0 0,2-2-51 0 0,0-2 9 0 0,2 0-192 0 0,1-1-81 0 0,-7 16 21 0 0,-3 8 63 0 0,13-22-162 0 0,-1 0-285 0 0,1 2-149 0 0,0 1-685 0 0,0 1 251 0 0,0 3-82 0 0,-4 6-5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16:03:15.979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2585.42871"/>
      <inkml:brushProperty name="anchorY" value="-11393.00977"/>
      <inkml:brushProperty name="scaleFactor" value="0.5"/>
    </inkml:brush>
  </inkml:definitions>
  <inkml:trace contextRef="#ctx0" brushRef="#br0">3 1 0 0 0,'-1'2'1340'0'0,"0"2"-885"0"0,0 4-96 0 0,2 3 26 0 0,-1 3 4 0 0,1 5 0 0 0,1 2-49 0 0,2 4 24 0 0,2 4-7 0 0,1 3 8 0 0,3 3-49 0 0,4 2 29 0 0,5 3-62 0 0,4 3 7 0 0,3 1-47 0 0,3-2-21 0 0,2-1-30 0 0,1-3-28 0 0,0-3-19 0 0,0-4-14 0 0,1-4-20 0 0,0-3-12 0 0,0-5-17 0 0,-2-3 5 0 0,0-6-22 0 0,-2-3-9 0 0,-1-4-7 0 0,-3-4 5 0 0,-1-3-17 0 0,-2-3 1 0 0,-3-3-6 0 0,-2-4-2 0 0,-3-5-2 0 0,-3-4-9 0 0,-4-5 0 0 0,-3-4 34 0 0,-4-3-17 0 0,-4-3-4 0 0,-5-1-1 0 0,-4-1 34 0 0,-5 2-19 0 0,-3 0 31 0 0,-5 4-20 0 0,-2 2 32 0 0,-3 4 43 0 0,-1 5 28 0 0,-1 3-25 0 0,0 6 29 0 0,0 5-6 0 0,1 8-57 0 0,2 6 3 0 0,1 9-15 0 0,0 6-46 0 0,3 5-63 0 0,1 5 17 0 0,5 3-140 0 0,6 1-79 0 0,6 0-147 0 0,5-1 84 0 0,5-1-298 0 0,3-2-146 0 0,3 0-211 0 0,3-3 197 0 0,1-3-799 0 0,5-2 306 0 0,6-4-81 0 0,-4-5-3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16:03:16.79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3659.33008"/>
      <inkml:brushProperty name="anchorY" value="-12794.39355"/>
      <inkml:brushProperty name="scaleFactor" value="0.5"/>
    </inkml:brush>
  </inkml:definitions>
  <inkml:trace contextRef="#ctx0" brushRef="#br0">334 258 0 0 0,'0'0'0'0'0,"0"-6"170"0"0,0-5 364 0 0,0 2 76 0 0,0 0-140 0 0,0 3-13 0 0,3-13 1710 0 0,-4 15-1833 0 0,-1-2-15 0 0,-2-3-45 0 0,-2-1 41 0 0,-1-3-29 0 0,-1-2-3 0 0,-1 0-35 0 0,-2-2 35 0 0,0 2 11 0 0,-1-1-13 0 0,-4 0-36 0 0,0 1 79 0 0,-3 0-40 0 0,-2 2-32 0 0,-2 3-25 0 0,-1 3-17 0 0,0 5-34 0 0,-1 8-53 0 0,2 9-5 0 0,1 8-22 0 0,3 10-14 0 0,3 8-49 0 0,5 6 10 0 0,5 5-32 0 0,5 3-38 0 0,7 2 14 0 0,6 2 2 0 0,6 1-38 0 0,5 0-11 0 0,5 1 13 0 0,2-3-4 0 0,2-5-16 0 0,1-6 17 0 0,1-7-38 0 0,0-8 24 0 0,0-7 9 0 0,-1-9-32 0 0,0-7 18 0 0,0-7 4 0 0,-1-6 16 0 0,0-7-4 0 0,-2-7 6 0 0,-2-5 8 0 0,-2-3 30 0 0,-5-5-10 0 0,-4-2 3 0 0,-5-2-2 0 0,-6-1 7 0 0,-6-1-6 0 0,-6-1-1 0 0,-5 0 3 0 0,-4 0 40 0 0,-5 0-15 0 0,-5 2 2 0 0,-2 1-2 0 0,-2 4 40 0 0,0 2 16 0 0,-1 4 19 0 0,3 5-16 0 0,3 5 5 0 0,3 6-9 0 0,5 2-42 0 0,5 4 4 0 0,4 1 3 0 0,3 2-12 0 0,2 0-4 0 0,3 4 1 0 0,4 6-3 0 0,4 3-7 0 0,5 6 0 0 0,5 5-1 0 0,4 5 0 0 0,3 6 31 0 0,4 4-14 0 0,3 7 1 0 0,3 7 33 0 0,5 8-19 0 0,4 9-4 0 0,3 9 1 0 0,4 8 30 0 0,2 7-17 0 0,1 4-7 0 0,-2 2-1 0 0,-4 0-2 0 0,-2-4-9 0 0,-5-4 2 0 0,-6-6-3 0 0,-6-8 31 0 0,-7-9-49 0 0,-8-8-13 0 0,-8-9-1 0 0,-8-9-60 0 0,-8-8-49 0 0,7-31 89 0 0,0 0 0 0 0,0 0 0 0 0,0-1 0 0 0,-1 1 0 0 0,-5 5 0 0 0,5-5 5 0 0,0-1 0 0 0,-1 0 0 0 0,0 0 1 0 0,0 0-1 0 0,-5 2 0 0 0,-27 9-259 0 0,-8-7-84 0 0,-6-8 40 0 0,-4-6 28 0 0,-4-7 33 0 0,0-5 1 0 0,2-4-13 0 0,4 0 47 0 0,5 0-126 0 0,7 1-57 0 0,6 2-43 0 0,8 1 73 0 0,6 2-67 0 0,5-1-81 0 0,4-1-88 0 0,5-2 120 0 0,4-3-487 0 0,3-1 176 0 0,1 3-693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16:03:17.555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4585.5498"/>
      <inkml:brushProperty name="anchorY" value="-14941.85449"/>
      <inkml:brushProperty name="scaleFactor" value="0.5"/>
    </inkml:brush>
  </inkml:definitions>
  <inkml:trace contextRef="#ctx0" brushRef="#br0">132 470 0 0 0,'-13'-4'1871'0'0,"7"2"-1304"0"0,-1-1-153 0 0,-2 0 122 0 0,0 0 5 0 0,-2-1 7 0 0,3 2-65 0 0,-2 0 80 0 0,0 2-11 0 0,1 2-41 0 0,0 1-50 0 0,1 3-13 0 0,0 2-59 0 0,1 3-43 0 0,2 3-38 0 0,3 4 2 0 0,3 5-45 0 0,3 7-29 0 0,5 5-25 0 0,5 5 6 0 0,4 5-34 0 0,4 3-21 0 0,6 3-19 0 0,4-1-19 0 0,3 0-18 0 0,3-1-20 0 0,0-3-11 0 0,-1-4-13 0 0,0-5-19 0 0,0-4-7 0 0,-1-6-12 0 0,-4-5 13 0 0,-1-5-16 0 0,-2-4 2 0 0,-5-4-5 0 0,-7-3 42 0 0,-3-4-30 0 0,-4-3 38 0 0,-4-4-12 0 0,-4-3-5 0 0,-3-3-40 0 0,-2-5 4 0 0,-4-3-6 0 0,-2-5-31 0 0,-2-2-24 0 0,-1-5-28 0 0,-2-3 16 0 0,-1-1-29 0 0,0-1 11 0 0,-1-1-33 0 0,-1 1 26 0 0,1 2 11 0 0,3 4 0 0 0,4 3 8 0 0,3 4 9 0 0,2 4 9 0 0,1 3 5 0 0,-1 3 5 0 0,0 3 6 0 0,1 2-22 0 0,0 3-23 0 0,2 1 3 0 0,2 1 13 0 0,1 0 6 0 0,0 1 2 0 0,-1 1 10 0 0,1 0 2 0 0,-1-1 7 0 0,3-1 4 0 0,3-2-3 0 0,1-1 8 0 0,1-2 38 0 0,-2-3-11 0 0,-2-3 2 0 0,-2-3 3 0 0,-4-3-2 0 0,1-3-3 0 0,1-2 3 0 0,1-2-2 0 0,-1-1 8 0 0,-1 0-13 0 0,-4-1 1 0 0,-1-1-1 0 0,-1 0 35 0 0,0-1-21 0 0,2 0 3 0 0,1-1-8 0 0,0 3 2 0 0,-1 1-3 0 0,-2 1 3 0 0,-2 1-6 0 0,0 2 4 0 0,1 1-6 0 0,3 1-3 0 0,0 1 0 0 0,2 3 3 0 0,0 2 38 0 0,-2 3-22 0 0,0 5 4 0 0,2 2-33 0 0,-1 3 11 0 0,2 1-8 0 0,0 4 1 0 0,4 4 45 0 0,2 2 5 0 0,3 5 25 0 0,1 4-14 0 0,2 4 32 0 0,2 4-18 0 0,2 3 27 0 0,1 2-23 0 0,1 1 7 0 0,2 1-11 0 0,4 1-5 0 0,0 2-8 0 0,2 2-1 0 0,1 0-5 0 0,0 2-4 0 0,0 0-9 0 0,-1-1 7 0 0,1 0-77 0 0,0-2-37 0 0,0-1 16 0 0,-2-2-128 0 0,0 0-78 0 0,0-2-114 0 0,1-2 79 0 0,0-1-404 0 0,0-3-132 0 0,2-3-271 0 0,0-3 241 0 0,1-3-886 0 0,0-2 347 0 0,0-1-76 0 0,-5-4-142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16:17:44.512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16306.32617"/>
      <inkml:brushProperty name="anchorY" value="-16170.60352"/>
      <inkml:brushProperty name="scaleFactor" value="0.5"/>
    </inkml:brush>
  </inkml:definitions>
  <inkml:trace contextRef="#ctx0" brushRef="#br0">10 6085 0 0 0,'0'0'0'0'0,"-2"-4"0"0"0,0-2 0 0 0,-3-9 1553 0 0,7 16-1279 0 0,2-2-15 0 0,0 0-26 0 0,-1 0 55 0 0,2-1-3 0 0,1-3-9 0 0,-1 1-36 0 0,-1 1 66 0 0,0 0-36 0 0,0 1 31 0 0,1 0-45 0 0,0-1 36 0 0,1 1-18 0 0,2-1-7 0 0,-1 2-32 0 0,1 0 6 0 0,0 1-12 0 0,1 3 2 0 0,0 1-36 0 0,0 1 13 0 0,0 0 0 0 0,1 1-5 0 0,-3-1-27 0 0,1-1-13 0 0,2-1 16 0 0,0 1-32 0 0,1-1-15 0 0,1-1 24 0 0,0 2-34 0 0,1-1 26 0 0,1 1-27 0 0,-1-2 21 0 0,1 0-27 0 0,0 0 25 0 0,1-1-34 0 0,0-1 37 0 0,1 0-32 0 0,1-2-11 0 0,1-1-11 0 0,0-1-6 0 0,1-1-14 0 0,1-1-8 0 0,0 1-11 0 0,-1 1 6 0 0,1 1-17 0 0,0 1 31 0 0,0 0-21 0 0,-1 0 9 0 0,1 1-19 0 0,0-2-2 0 0,0 0-2 0 0,0-1-3 0 0,1 1-7 0 0,-1 0-7 0 0,1-1 6 0 0,1 1-5 0 0,-1 0-6 0 0,0-1-5 0 0,2-1-1 0 0,0-1 6 0 0,1 0-9 0 0,0-1-4 0 0,1 0 1 0 0,2 0-3 0 0,2 2-9 0 0,2 0 2 0 0,1 0 2 0 0,2 0 3 0 0,0 0-3 0 0,0 0-6 0 0,-1 0 7 0 0,-2 0 7 0 0,0 0-7 0 0,0 0 5 0 0,0 1-4 0 0,-1 0 8 0 0,0 1-4 0 0,1-1 4 0 0,0 0-4 0 0,0-1 6 0 0,0 0 1 0 0,2-3-5 0 0,0 0 4 0 0,-2-2-2 0 0,1-1 6 0 0,0 0-4 0 0,-1 0-1 0 0,0 0 0 0 0,0 1 31 0 0,0 0-49 0 0,1 0 18 0 0,0-1 24 0 0,0-1-9 0 0,0-1-9 0 0,2-1 7 0 0,0-2-8 0 0,4-1-8 0 0,2-1-5 0 0,2-2 4 0 0,1-1 2 0 0,0-2-5 0 0,0-1 1 0 0,-2-2 3 0 0,-1-1 5 0 0,0 0-5 0 0,0 1 32 0 0,0 0-12 0 0,-1 0 8 0 0,0 2-2 0 0,1 1-3 0 0,-1 1-7 0 0,1 1 7 0 0,0-2-12 0 0,-1 1 1 0 0,1-3-5 0 0,-2 0 3 0 0,0-3-6 0 0,0 0-6 0 0,-1-2 5 0 0,-1-1 0 0 0,-2-1-5 0 0,0-1-3 0 0,-1 0 3 0 0,2-2-4 0 0,0 0-1 0 0,1 0-4 0 0,2-2 3 0 0,-1 0 36 0 0,1-2-18 0 0,0 0 4 0 0,-3-1 2 0 0,0-1 1 0 0,-1-1-3 0 0,0-1 1 0 0,-1-2-4 0 0,-2 0 7 0 0,0-1-11 0 0,1 1 6 0 0,-1-1-3 0 0,-2 1 1 0 0,1-1 0 0 0,-2-1 0 0 0,0 1-7 0 0,-1 0 14 0 0,1 1-12 0 0,-2 1 2 0 0,0 1-1 0 0,-2 1 40 0 0,1 0-21 0 0,-2-1-3 0 0,-1-2-3 0 0,-1-2 6 0 0,-1-3-11 0 0,-1-2-4 0 0,0-2 1 0 0,-2 0 4 0 0,0 0-11 0 0,-2 1 3 0 0,1 0-3 0 0,-2 2 7 0 0,0 1-13 0 0,-1 2 1 0 0,0 1-1 0 0,-1 1 0 0 0,0 2-2 0 0,-1 0-9 0 0,0 2 7 0 0,0 0 0 0 0,0 0-8 0 0,0 0 3 0 0,1-1-3 0 0,-1 2 10 0 0,0-2-4 0 0,0-3 0 0 0,0-2-2 0 0,-1-1 7 0 0,1-1-6 0 0,0-3-3 0 0,1-1 3 0 0,2-1 5 0 0,0 2-5 0 0,2-1-6 0 0,0 0 7 0 0,-1 1 2 0 0,-1 0-3 0 0,-1-1-6 0 0,-2 2 0 0 0,-1 0 9 0 0,1 2-4 0 0,0 2 5 0 0,-1 3-4 0 0,-1 4 13 0 0,0 1-8 0 0,1 1 2 0 0,-3 1 0 0 0,-1 1 3 0 0,0 1 1 0 0,1-2-3 0 0,-2 1 4 0 0,-2 1 36 0 0,0-1-18 0 0,-1 0-38 0 0,-1 0 11 0 0,0 0 39 0 0,0 0-16 0 0,-1-1-4 0 0,0 0 2 0 0,-1 0-3 0 0,0 1-7 0 0,1 1 0 0 0,-2 1 2 0 0,-1 1-2 0 0,0 1-3 0 0,1 2-4 0 0,-2 0 0 0 0,0 2 7 0 0,1 1-9 0 0,0 3 1 0 0,-1 1-1 0 0,-1 2 7 0 0,1 1-9 0 0,1 1 1 0 0,-2 1-1 0 0,-3 0 0 0 0,0 1-7 0 0,-2 0-2 0 0,-1 0 2 0 0,-1 0 5 0 0,2 0-8 0 0,3 1 6 0 0,2 0-5 0 0,1 0 13 0 0,-1 0-1 0 0,-2-1-2 0 0,-1-1-1 0 0,-3 1 17 0 0,-1-1-13 0 0,0 0 3 0 0,2 1-1 0 0,2 2 7 0 0,0 0-4 0 0,1 0 4 0 0,0 0-4 0 0,1 0 8 0 0,-2 1-6 0 0,1-1-1 0 0,0-1 3 0 0,1 1 3 0 0,-1 0-1 0 0,-1-2-6 0 0,1 1 2 0 0,0-2 2 0 0,-1 0-4 0 0,1 0 1 0 0,-1 1 0 0 0,1 0 7 0 0,1 1-11 0 0,0 1 1 0 0,0 2 2 0 0,1 2 5 0 0,0 1-8 0 0,1 1 1 0 0,-1 1-3 0 0,0 0 12 0 0,0 1-11 0 0,-1 1 2 0 0,1 0-1 0 0,1 1 5 0 0,0 0-6 0 0,0 0 1 0 0,1 1-2 0 0,0 0 7 0 0,0-1-4 0 0,0 2-3 0 0,1-1 0 0 0,0 1 40 0 0,0-1-14 0 0,-1 2-3 0 0,2 1-2 0 0,-2-1 6 0 0,0 1-9 0 0,0 0 34 0 0,0-1-20 0 0,0 2-25 0 0,0-1 0 0 0,0 0-2 0 0,1 0 2 0 0,0 2 1 0 0,1-1-3 0 0,1 1-1 0 0,0 0 0 0 0,2 4-564 0 0,1 0 523 0 0,0 2 3 0 0,2 0 6 0 0,1 0-1 0 0,0 1 8 0 0,1 0-4 0 0,1 0 11 0 0,-1-1-8 0 0,-1-2 5 0 0,3 0-2 0 0,0-1 11 0 0,2-1-4 0 0,1-1 0 0 0,1 0 0 0 0,0 0 10 0 0,2 0-13 0 0,0 0 7 0 0,1 1-3 0 0,3 0 1 0 0,2 1-4 0 0,3 2-39 0 0,1 1 15 0 0,2 3 35 0 0,1 2-11 0 0,1 3 6 0 0,-1 1 0 0 0,0 3 7 0 0,0 0-2 0 0,2 2-3 0 0,-1-1 0 0 0,-1 0 12 0 0,0 0-6 0 0,1 0 0 0 0,-2-1-2 0 0,-2-1 12 0 0,-1 0-8 0 0,0-1-2 0 0,-3-2 3 0 0,-1-2 3 0 0,-2-1-3 0 0,-1-2-3 0 0,-3-2 0 0 0,-1-1 42 0 0,-2-1-19 0 0,-4-1 8 0 0,-1-2-10 0 0,-2 1 303 0 0,-5-3-292 0 0,1 0 10 0 0,0-1-12 0 0,-3 0-29 0 0,-2-1 0 0 0,-2-2-30 0 0,-4-3 7 0 0,-3-1-25 0 0,-3-2 2 0 0,-1-2-28 0 0,-3-2 18 0 0,-1-2 7 0 0,-1-1-34 0 0,0 0 17 0 0,0-1 6 0 0,-1 1-24 0 0,0-1 15 0 0,1 1 5 0 0,-2-1 4 0 0,1 1-23 0 0,0-1 12 0 0,0 0-26 0 0,-1 0 19 0 0,-1 0 5 0 0,-3 0 5 0 0,-1 1 7 0 0,-1 0 11 0 0,-1 0 9 0 0,1 0-4 0 0,2 1 12 0 0,2 1 3 0 0,2 0 7 0 0,2 1 2 0 0,2 2 2 0 0,2 1 4 0 0,2 2 9 0 0,0 2 0 0 0,1 2-2 0 0,2 2 6 0 0,0 2 1 0 0,2 1-1 0 0,0 1 6 0 0,3 1-2 0 0,0 0 1 0 0,1 2 0 0 0,0 1-42 0 0,0 2 17 0 0,1 3 4 0 0,-1 3 39 0 0,0 4-17 0 0,2 3 8 0 0,-1 4 37 0 0,1 5-28 0 0,-1 5 41 0 0,-2 3-19 0 0,0 3 3 0 0,-2 2-12 0 0,-2 1-2 0 0,-1 0-3 0 0,-2-2 31 0 0,-1-1-17 0 0,-1-2-4 0 0,0-1-8 0 0,0-2-1 0 0,0-3-43 0 0,1-1-88 0 0,0-3 32 0 0,2-2-195 0 0,0-3-274 0 0,2-3-388 0 0,1 0 238 0 0,1-2-1381 0 0,2-2 512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16:17:47.839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20751.92969"/>
      <inkml:brushProperty name="anchorY" value="-11734.99609"/>
      <inkml:brushProperty name="scaleFactor" value="0.5"/>
    </inkml:brush>
  </inkml:definitions>
  <inkml:trace contextRef="#ctx0" brushRef="#br0">49 183 0 0 0,'0'0'0'0'0,"-2"-4"0"0"0,-3-2 0 0 0,0-2 0 0 0,-1-1 273 0 0,1-3-108 0 0,-2-2-9 0 0,1-1 40 0 0,2-1-16 0 0,0 0-22 0 0,2 3-13 0 0,1 4-40 0 0,0 3 18 0 0,1 3 1 0 0,1 3-20 0 0,2 6 68 0 0,3 4 40 0 0,3 4 12 0 0,2 5-27 0 0,3 5 60 0 0,3 5 3 0 0,2 4 13 0 0,2 3-36 0 0,1 4 40 0 0,1 5-29 0 0,2 3-29 0 0,0 4-25 0 0,0 3 12 0 0,0 6-35 0 0,-1 4 16 0 0,0 3-34 0 0,-2 2-10 0 0,-1 1-19 0 0,-2 1 13 0 0,-1-3-28 0 0,-2-4-3 0 0,-2-6 9 0 0,-2-8 9 0 0,-2-9-18 0 0,-2-10 83 0 0,-2-9 42 0 0,-3-10 47 0 0,3 2 952 0 0,-7-18-1047 0 0,-2-3-26 0 0,-2-4-23 0 0,0-5-14 0 0,1-7-44 0 0,-1-6 3 0 0,0-6-22 0 0,1-6 1 0 0,1-5-6 0 0,1-7-11 0 0,2-7-5 0 0,2-4-3 0 0,1-3-8 0 0,2-5-35 0 0,2-2 7 0 0,1 0-2 0 0,1 1-37 0 0,1 3-12 0 0,1 2 11 0 0,-1 3 0 0 0,1 5-28 0 0,-1 5 19 0 0,1 6-73 0 0,-1 6 41 0 0,-1 7-101 0 0,0 6-43 0 0,-2 8 6 0 0,0 9 25 0 0,0 5-38 0 0,-1 8-10 0 0,0 6-89 0 0,0 5 75 0 0,1 6-197 0 0,-2 5 5 0 0,0 4-54 0 0,0 2 91 0 0,-2 0-79 0 0,-1 1 24 0 0,0-3 37 0 0,-1-3 58 0 0,0-4 21 0 0,-2-4 2 0 0,1-4 33 0 0,0-5 46 0 0,-2-1-47 0 0,-2-1-250 0 0,-1-2 85 0 0,2 0 33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16:17:48.105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22142.0293"/>
      <inkml:brushProperty name="anchorY" value="-12697.56055"/>
      <inkml:brushProperty name="scaleFactor" value="0.5"/>
    </inkml:brush>
  </inkml:definitions>
  <inkml:trace contextRef="#ctx0" brushRef="#br0">5 0 0 0 0,'-5'17'2634'0'0,"8"-14"-2416"0"0,1 0-34 0 0,4 3 40 0 0,1 3-19 0 0,2 1-22 0 0,3 4-21 0 0,1 1 13 0 0,4 2-34 0 0,3 2-12 0 0,0 1-17 0 0,1 2-11 0 0,1 0-13 0 0,0 0-40 0 0,-2-2 3 0 0,-2-2-65 0 0,1-2-41 0 0,0-3-100 0 0,1-2 45 0 0,-2 0-110 0 0,1-2-50 0 0,0 1-56 0 0,0-1 56 0 0,-2-1-214 0 0,2-2-364 0 0,1-1 125 0 0,-4-1-521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16:17:48.740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23451.14648"/>
      <inkml:brushProperty name="anchorY" value="-13882.32422"/>
      <inkml:brushProperty name="scaleFactor" value="0.5"/>
    </inkml:brush>
  </inkml:definitions>
  <inkml:trace contextRef="#ctx0" brushRef="#br0">213 289 0 0 0,'0'0'0'0'0,"-1"-1"0"0"0,0-1 0 0 0,-2-1 219 0 0,0 1 66 0 0,-1-1-70 0 0,-4 2-6 0 0,-1-1 22 0 0,-1-1-42 0 0,2 2 41 0 0,-2 0-17 0 0,-1 1-6 0 0,2 0-20 0 0,0 2-22 0 0,-1 3-21 0 0,1 3 11 0 0,0 6-29 0 0,1 3 44 0 0,1 6 17 0 0,1 5-5 0 0,2 5-22 0 0,2 3 13 0 0,1 2-4 0 0,3 1-22 0 0,1 0-15 0 0,3-1 12 0 0,2-1-21 0 0,2 0 17 0 0,2-3-27 0 0,1-1-1 0 0,1-3-22 0 0,1-5-11 0 0,2-4-6 0 0,-1-5-7 0 0,1-6 17 0 0,1-5-19 0 0,1-4-3 0 0,-1-5 21 0 0,1-4-26 0 0,0-6-2 0 0,1-3-8 0 0,1-4 25 0 0,-1-3-20 0 0,0-4-10 0 0,0-2-1 0 0,1 1 17 0 0,-2-1-15 0 0,0-2-6 0 0,-3-2-3 0 0,-3 0 2 0 0,-5-2-9 0 0,-6-4-1 0 0,-6-1-3 0 0,-6-1 0 0 0,-4 1-4 0 0,-4 0-2 0 0,-2 2-2 0 0,-2 0 35 0 0,-3 3-17 0 0,-2 3 5 0 0,-2 2-10 0 0,0 3 5 0 0,-3 5-40 0 0,0 5 14 0 0,1 5-4 0 0,0 6-24 0 0,2 3-23 0 0,2 4-11 0 0,1 3 5 0 0,3 1-85 0 0,4 1 16 0 0,2 0-25 0 0,5 0 29 0 0,3 0-110 0 0,3-2-22 0 0,3-1 42 0 0,7-8-393 0 0,2 0 506 0 0,2-3 22 0 0,3 1 31 0 0,3-1 26 0 0,3 2-3 0 0,1 1 38 0 0,3 3 11 0 0,1 3 20 0 0,0 2-12 0 0,1 3 66 0 0,0 2-14 0 0,1 3 21 0 0,0 1-19 0 0,-1 1 55 0 0,1 3-39 0 0,-1 2 20 0 0,1 3-26 0 0,1 2 21 0 0,1 3 2 0 0,1 2-21 0 0,0 1-7 0 0,0 2-10 0 0,1 0-16 0 0,-1 2-11 0 0,-1 0-7 0 0,-3 0-2 0 0,1 0-10 0 0,-1-1-9 0 0,-1-1-1 0 0,0-2-92 0 0,-1-4 5 0 0,1-2-119 0 0,0-4 53 0 0,-2-2-176 0 0,1-3-27 0 0,0-4-86 0 0,-2-2 78 0 0,0-4-305 0 0,0-1-389 0 0,-2-4 141 0 0,0-4-61 0 0,-4 1 299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16:17:49.156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24974.47656"/>
      <inkml:brushProperty name="anchorY" value="-15018.6748"/>
      <inkml:brushProperty name="scaleFactor" value="0.5"/>
    </inkml:brush>
  </inkml:definitions>
  <inkml:trace contextRef="#ctx0" brushRef="#br0">16 383 0 0 0,'0'0'0'0'0,"-2"-3"0"0"0,0-2 0 0 0,0 1 0 0 0,1 0 0 0 0,-2 0 82 0 0,1 1 9 0 0,1 0 35 0 0,-2 0 200 0 0,4 5-144 0 0,3 4 19 0 0,2 3 21 0 0,4 5-39 0 0,2 4 68 0 0,3 4-2 0 0,2 4 18 0 0,1 3-38 0 0,1 4 61 0 0,2 1-7 0 0,-1 4 17 0 0,2 1-44 0 0,-1 0 14 0 0,0 0-48 0 0,0 0-23 0 0,1-1-22 0 0,-1-1-23 0 0,-1-3-22 0 0,-1-2-17 0 0,-1-3-12 0 0,-2-5-13 0 0,-2-3 16 0 0,-3-5 36 0 0,-4-4-33 0 0,-2-5 117 0 0,-3-4-37 0 0,0-4 11 0 0,-1-6-25 0 0,0-5-15 0 0,0-5-22 0 0,-1-5-18 0 0,0-5-15 0 0,2-5-8 0 0,-1-5-14 0 0,-1-3-8 0 0,1-3-11 0 0,0-2-36 0 0,0-3-2 0 0,0-2-33 0 0,0-2 7 0 0,1-1-32 0 0,0-2-20 0 0,0 1-52 0 0,0-1 26 0 0,1 1-147 0 0,0 2-81 0 0,-1 2-125 0 0,0 4 96 0 0,1 5-273 0 0,-2 5-782 0 0,0 8 281 0 0,0 6-106 0 0,-1 8 75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16:17:49.372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26225.33398"/>
      <inkml:brushProperty name="anchorY" value="-15482.73438"/>
      <inkml:brushProperty name="scaleFactor" value="0.5"/>
    </inkml:brush>
  </inkml:definitions>
  <inkml:trace contextRef="#ctx0" brushRef="#br0">0 0 0 0 0,'0'0'0'0'0,"3"8"226"0"0,0-1 118 0 0,1 3-48 0 0,2 2-57 0 0,3 1 64 0 0,0 2-39 0 0,3 2-2 0 0,2 0-35 0 0,2 1 31 0 0,1 2-53 0 0,1 1 10 0 0,1 2-37 0 0,2-1-10 0 0,1 1-32 0 0,1-1-12 0 0,2-1-18 0 0,1 0-6 0 0,0-1-20 0 0,1-1-7 0 0,-2 1-11 0 0,-1-1-56 0 0,0-1-42 0 0,1 0-46 0 0,0-3 22 0 0,1-3-80 0 0,-1-3-13 0 0,2-2-58 0 0,0-1 46 0 0,0-2-205 0 0,0 0-121 0 0,0 2-197 0 0,0 1 59 0 0,-5 0-247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16:17:49.786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27729.90234"/>
      <inkml:brushProperty name="anchorY" value="-16810.01563"/>
      <inkml:brushProperty name="scaleFactor" value="0.5"/>
    </inkml:brush>
  </inkml:definitions>
  <inkml:trace contextRef="#ctx0" brushRef="#br0">4 0 0 0 0,'0'0'2088'0'0,"-1"4"-1876"0"0,0 3-40 0 0,0 4 70 0 0,0 7-4 0 0,2 6-3 0 0,1 6-31 0 0,3 4 11 0 0,0 4-10 0 0,1 5-24 0 0,1 1-14 0 0,0 0-19 0 0,1 2-20 0 0,-2 0-69 0 0,1-1 10 0 0,0-3-157 0 0,-2-1-92 0 0,0-3-95 0 0,0-3 55 0 0,-1-3-233 0 0,-2-5-554 0 0,-2-7 187 0 0,-1-8-86 0 0,-1-5 340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16:17:50.035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28651.5"/>
      <inkml:brushProperty name="anchorY" value="-18344.67969"/>
      <inkml:brushProperty name="scaleFactor" value="0.5"/>
    </inkml:brush>
  </inkml:definitions>
  <inkml:trace contextRef="#ctx0" brushRef="#br0">30 226 162 0 0,'-29'6'6082'0'0,"31"-7"-5923"0"0,3 0-16 0 0,5 0-22 0 0,4 0-14 0 0,5-1-15 0 0,5-1 26 0 0,3 0-26 0 0,4-2-45 0 0,3-1 5 0 0,4-3 0 0 0,1-1-47 0 0,3-2-26 0 0,2-3 9 0 0,2-1-63 0 0,0 0-69 0 0,2-1-56 0 0,2 0 36 0 0,2 1-195 0 0,2 0-44 0 0,4 1-144 0 0,2 1 119 0 0,3 2-252 0 0,1 3-517 0 0,2 1 190 0 0,-2 4-72 0 0,-13 1 190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16:17:50.570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30520.03906"/>
      <inkml:brushProperty name="anchorY" value="-18965.64844"/>
      <inkml:brushProperty name="scaleFactor" value="0.5"/>
    </inkml:brush>
  </inkml:definitions>
  <inkml:trace contextRef="#ctx0" brushRef="#br0">8 509 0 0 0,'-3'-6'2766'0'0,"1"3"-2514"0"0,-1-1 204 0 0,4 6-268 0 0,1 4 10 0 0,2 5-6 0 0,4 6 2 0 0,2 4-30 0 0,1 5 22 0 0,2 4-41 0 0,3 1-9 0 0,0 2-20 0 0,1-1-9 0 0,1 0-13 0 0,1-1-12 0 0,1-2-12 0 0,0 0-2 0 0,1-3-9 0 0,0-3-14 0 0,1-4-1 0 0,-1-5-6 0 0,1-5-7 0 0,0-7 0 0 0,0-7-10 0 0,0-5 7 0 0,-1-5-45 0 0,-1-7-17 0 0,-1-6 7 0 0,-2-5-52 0 0,-1-6 23 0 0,-3-4-36 0 0,-2-5 22 0 0,-2-3 11 0 0,-3-4-30 0 0,-3-2-38 0 0,-3-2 26 0 0,-1-1-46 0 0,-3 2 31 0 0,-1-1 8 0 0,-1 3 13 0 0,-1 4 15 0 0,0 6 96 0 0,1 5-3 0 0,1 8 6 0 0,1 9-25 0 0,1 9 3 0 0,1 6 26 0 0,3 9-9 0 0,1 8 30 0 0,2 8 15 0 0,2 10 17 0 0,3 8-15 0 0,2 9 33 0 0,2 8-1 0 0,2 7 18 0 0,2 6-22 0 0,2 5 29 0 0,2 4 3 0 0,2 3-22 0 0,1 2-8 0 0,2 0 20 0 0,1 0 34 0 0,2 0-4 0 0,0 1-14 0 0,-2-2 80 0 0,-2-1-19 0 0,-3-1 14 0 0,-7-3-33 0 0,-4-3-12 0 0,-4-5 9 0 0,-4-6-30 0 0,-4-6-11 0 0,-5-6-78 0 0,-5-6-47 0 0,-5-5-88 0 0,-5-5 31 0 0,-5-4-192 0 0,-4-5-95 0 0,-2-3-167 0 0,0-4 108 0 0,0-6-463 0 0,0-5-487 0 0,1-5 182 0 0,1-4-64 0 0,7-2 53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16:17:51.093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31854.11523"/>
      <inkml:brushProperty name="anchorY" value="-20981.52344"/>
      <inkml:brushProperty name="scaleFactor" value="0.5"/>
    </inkml:brush>
  </inkml:definitions>
  <inkml:trace contextRef="#ctx0" brushRef="#br0">32 182 0 0 0,'0'0'0'0'0,"0"-3"0"0"0,-1-3 0 0 0,0-3 0 0 0,0-2 350 0 0,0-2-128 0 0,-1-2 133 0 0,-1-2 30 0 0,0 0 44 0 0,0-2-62 0 0,-1 2 105 0 0,0 1-11 0 0,0 2-57 0 0,1 3-40 0 0,1-2 754 0 0,6 20-833 0 0,3 9 13 0 0,3 9-25 0 0,2 10-27 0 0,2 10 7 0 0,3 8-42 0 0,-1 7-22 0 0,1 5-22 0 0,-1 2-82 0 0,0 0-86 0 0,-1-2-80 0 0,-1-3 27 0 0,-1-4-158 0 0,-1-6-53 0 0,-2-8-12 0 0,-1-9 36 0 0,-3-10-37 0 0,-2-9-94 0 0,-2-7-31 0 0,-3-6 66 0 0,-4-4-77 0 0,-4-4-3 0 0,-4-5-67 0 0,-2-4 93 0 0,-2-5-478 0 0,-2-5 165 0 0,3 2-489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16:17:51.311"/>
    </inkml:context>
    <inkml:brush xml:id="br0">
      <inkml:brushProperty name="width" value="0.35" units="cm"/>
      <inkml:brushProperty name="height" value="0.35" units="cm"/>
      <inkml:brushProperty name="color" value="#AE198D"/>
      <inkml:brushProperty name="inkEffects" value="galaxy"/>
      <inkml:brushProperty name="anchorX" value="-32787.60156"/>
      <inkml:brushProperty name="anchorY" value="-22360.79492"/>
      <inkml:brushProperty name="scaleFactor" value="0.5"/>
    </inkml:brush>
  </inkml:definitions>
  <inkml:trace contextRef="#ctx0" brushRef="#br0">195 618 0 0 0,'0'0'0'0'0,"-4"-4"0"0"0,-4-3 184 0 0,-1-1 524 0 0,-2-1-143 0 0,-3-1-119 0 0,-1-1 108 0 0,-1 0-3 0 0,-1 0 2 0 0,0 2-64 0 0,1-1 14 0 0,1 2-24 0 0,3 0-29 0 0,0 0-52 0 0,2 1-6 0 0,3 1-60 0 0,2 2-65 0 0,1-1-18 0 0,2 1-40 0 0,2-1-17 0 0,3-2-27 0 0,2-1-20 0 0,3-2-42 0 0,4-2-9 0 0,6-1 12 0 0,4-1-17 0 0,5 0 2 0 0,5-1-19 0 0,6 0-33 0 0,4 0 1 0 0,3-2-38 0 0,3-1-26 0 0,2-1-30 0 0,2-2 15 0 0,0-2-97 0 0,-1-1-20 0 0,-1-2-105 0 0,-1 0 59 0 0,0-2-330 0 0,-3 2-140 0 0,0 0-336 0 0,0 1 239 0 0,-1 3-545 0 0,0 2 208 0 0,-2 4-43 0 0,-8 3 122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A31496BB-51F7-369B-6F89-595AE5874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>
            <a:extLst>
              <a:ext uri="{FF2B5EF4-FFF2-40B4-BE49-F238E27FC236}">
                <a16:creationId xmlns:a16="http://schemas.microsoft.com/office/drawing/2014/main" id="{A0CF4630-67B3-90D8-A389-14329F7BDB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8:notes">
            <a:extLst>
              <a:ext uri="{FF2B5EF4-FFF2-40B4-BE49-F238E27FC236}">
                <a16:creationId xmlns:a16="http://schemas.microsoft.com/office/drawing/2014/main" id="{958FA165-D5E3-4E49-BE41-2A21563E06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9607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C42B2509-11AA-3836-B075-B4EEAC7AA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>
            <a:extLst>
              <a:ext uri="{FF2B5EF4-FFF2-40B4-BE49-F238E27FC236}">
                <a16:creationId xmlns:a16="http://schemas.microsoft.com/office/drawing/2014/main" id="{5DF6FC07-B9AB-8E81-AB32-5D8E11B66D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8:notes">
            <a:extLst>
              <a:ext uri="{FF2B5EF4-FFF2-40B4-BE49-F238E27FC236}">
                <a16:creationId xmlns:a16="http://schemas.microsoft.com/office/drawing/2014/main" id="{59858A9C-8AF7-8EBB-B873-3F16265BD7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81482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FD0246A7-AFB2-C0D6-BF85-187F91AE9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>
            <a:extLst>
              <a:ext uri="{FF2B5EF4-FFF2-40B4-BE49-F238E27FC236}">
                <a16:creationId xmlns:a16="http://schemas.microsoft.com/office/drawing/2014/main" id="{E5F4C635-CCDE-327B-0ABE-3E978E14BD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8:notes">
            <a:extLst>
              <a:ext uri="{FF2B5EF4-FFF2-40B4-BE49-F238E27FC236}">
                <a16:creationId xmlns:a16="http://schemas.microsoft.com/office/drawing/2014/main" id="{693D8DBB-CB76-2049-EE4C-AE8696F10F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4016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5814078E-A3E6-C655-3127-2FC0BBBFF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>
            <a:extLst>
              <a:ext uri="{FF2B5EF4-FFF2-40B4-BE49-F238E27FC236}">
                <a16:creationId xmlns:a16="http://schemas.microsoft.com/office/drawing/2014/main" id="{AB81E111-1074-96DD-761F-EC353C869F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8:notes">
            <a:extLst>
              <a:ext uri="{FF2B5EF4-FFF2-40B4-BE49-F238E27FC236}">
                <a16:creationId xmlns:a16="http://schemas.microsoft.com/office/drawing/2014/main" id="{EE895F7C-E46D-8298-95FA-743BD17869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4195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C39DF01F-D6F6-70EE-D669-E0709CBD1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>
            <a:extLst>
              <a:ext uri="{FF2B5EF4-FFF2-40B4-BE49-F238E27FC236}">
                <a16:creationId xmlns:a16="http://schemas.microsoft.com/office/drawing/2014/main" id="{04797AB8-AF7D-CB95-E603-330BD55A25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:notes">
            <a:extLst>
              <a:ext uri="{FF2B5EF4-FFF2-40B4-BE49-F238E27FC236}">
                <a16:creationId xmlns:a16="http://schemas.microsoft.com/office/drawing/2014/main" id="{193291A7-724F-24A8-8B3C-35E02AAAA8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7397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4EF5ABE3-BBBA-06F0-D981-11C5ECE49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>
            <a:extLst>
              <a:ext uri="{FF2B5EF4-FFF2-40B4-BE49-F238E27FC236}">
                <a16:creationId xmlns:a16="http://schemas.microsoft.com/office/drawing/2014/main" id="{12DFFBC4-73DC-7BB1-56E9-7785062C0B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:notes">
            <a:extLst>
              <a:ext uri="{FF2B5EF4-FFF2-40B4-BE49-F238E27FC236}">
                <a16:creationId xmlns:a16="http://schemas.microsoft.com/office/drawing/2014/main" id="{BB2C6EFD-D59A-4401-3846-BE8BB7A6EB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06028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1FCA0674-03A2-48D0-1C1D-B539990B0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>
            <a:extLst>
              <a:ext uri="{FF2B5EF4-FFF2-40B4-BE49-F238E27FC236}">
                <a16:creationId xmlns:a16="http://schemas.microsoft.com/office/drawing/2014/main" id="{F2221FF3-BE34-3487-502A-ABE04F406A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:notes">
            <a:extLst>
              <a:ext uri="{FF2B5EF4-FFF2-40B4-BE49-F238E27FC236}">
                <a16:creationId xmlns:a16="http://schemas.microsoft.com/office/drawing/2014/main" id="{572648EE-C3AD-24E1-8FD4-7F87D2E7D1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41758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3E7B1A05-290C-717D-208F-C7E44BAB7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>
            <a:extLst>
              <a:ext uri="{FF2B5EF4-FFF2-40B4-BE49-F238E27FC236}">
                <a16:creationId xmlns:a16="http://schemas.microsoft.com/office/drawing/2014/main" id="{53A0151D-E99C-5882-1329-265F37F85C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:notes">
            <a:extLst>
              <a:ext uri="{FF2B5EF4-FFF2-40B4-BE49-F238E27FC236}">
                <a16:creationId xmlns:a16="http://schemas.microsoft.com/office/drawing/2014/main" id="{434EEE66-1FC6-CC3D-1F29-DAE5AFDEF3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0441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2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" Type="http://schemas.openxmlformats.org/officeDocument/2006/relationships/image" Target="../media/image21.png"/><Relationship Id="rId21" Type="http://schemas.openxmlformats.org/officeDocument/2006/relationships/image" Target="../media/image30.png"/><Relationship Id="rId7" Type="http://schemas.openxmlformats.org/officeDocument/2006/relationships/image" Target="../media/image23.png"/><Relationship Id="rId12" Type="http://schemas.openxmlformats.org/officeDocument/2006/relationships/customXml" Target="../ink/ink6.xml"/><Relationship Id="rId17" Type="http://schemas.openxmlformats.org/officeDocument/2006/relationships/image" Target="../media/image28.png"/><Relationship Id="rId25" Type="http://schemas.openxmlformats.org/officeDocument/2006/relationships/image" Target="../media/image32.png"/><Relationship Id="rId2" Type="http://schemas.openxmlformats.org/officeDocument/2006/relationships/image" Target="../media/image20.png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25.png"/><Relationship Id="rId24" Type="http://schemas.openxmlformats.org/officeDocument/2006/relationships/customXml" Target="../ink/ink12.xml"/><Relationship Id="rId5" Type="http://schemas.openxmlformats.org/officeDocument/2006/relationships/image" Target="../media/image22.png"/><Relationship Id="rId15" Type="http://schemas.openxmlformats.org/officeDocument/2006/relationships/image" Target="../media/image27.png"/><Relationship Id="rId23" Type="http://schemas.openxmlformats.org/officeDocument/2006/relationships/image" Target="../media/image31.png"/><Relationship Id="rId10" Type="http://schemas.openxmlformats.org/officeDocument/2006/relationships/customXml" Target="../ink/ink5.xml"/><Relationship Id="rId19" Type="http://schemas.openxmlformats.org/officeDocument/2006/relationships/image" Target="../media/image29.png"/><Relationship Id="rId4" Type="http://schemas.openxmlformats.org/officeDocument/2006/relationships/customXml" Target="../ink/ink2.xml"/><Relationship Id="rId9" Type="http://schemas.openxmlformats.org/officeDocument/2006/relationships/image" Target="../media/image2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.xml"/><Relationship Id="rId13" Type="http://schemas.openxmlformats.org/officeDocument/2006/relationships/image" Target="../media/image39.png"/><Relationship Id="rId18" Type="http://schemas.openxmlformats.org/officeDocument/2006/relationships/customXml" Target="../ink/ink21.xml"/><Relationship Id="rId3" Type="http://schemas.openxmlformats.org/officeDocument/2006/relationships/image" Target="../media/image3.png"/><Relationship Id="rId21" Type="http://schemas.openxmlformats.org/officeDocument/2006/relationships/image" Target="../media/image43.png"/><Relationship Id="rId7" Type="http://schemas.openxmlformats.org/officeDocument/2006/relationships/image" Target="../media/image36.png"/><Relationship Id="rId12" Type="http://schemas.openxmlformats.org/officeDocument/2006/relationships/customXml" Target="../ink/ink18.xml"/><Relationship Id="rId17" Type="http://schemas.openxmlformats.org/officeDocument/2006/relationships/image" Target="../media/image41.png"/><Relationship Id="rId25" Type="http://schemas.openxmlformats.org/officeDocument/2006/relationships/image" Target="../media/image45.png"/><Relationship Id="rId2" Type="http://schemas.openxmlformats.org/officeDocument/2006/relationships/image" Target="../media/image34.png"/><Relationship Id="rId16" Type="http://schemas.openxmlformats.org/officeDocument/2006/relationships/customXml" Target="../ink/ink20.xml"/><Relationship Id="rId20" Type="http://schemas.openxmlformats.org/officeDocument/2006/relationships/customXml" Target="../ink/ink2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11" Type="http://schemas.openxmlformats.org/officeDocument/2006/relationships/image" Target="../media/image38.png"/><Relationship Id="rId24" Type="http://schemas.openxmlformats.org/officeDocument/2006/relationships/customXml" Target="../ink/ink24.xml"/><Relationship Id="rId5" Type="http://schemas.openxmlformats.org/officeDocument/2006/relationships/image" Target="../media/image35.png"/><Relationship Id="rId15" Type="http://schemas.openxmlformats.org/officeDocument/2006/relationships/image" Target="../media/image40.png"/><Relationship Id="rId23" Type="http://schemas.openxmlformats.org/officeDocument/2006/relationships/image" Target="../media/image44.png"/><Relationship Id="rId10" Type="http://schemas.openxmlformats.org/officeDocument/2006/relationships/customXml" Target="../ink/ink17.xml"/><Relationship Id="rId19" Type="http://schemas.openxmlformats.org/officeDocument/2006/relationships/image" Target="../media/image42.png"/><Relationship Id="rId4" Type="http://schemas.openxmlformats.org/officeDocument/2006/relationships/customXml" Target="../ink/ink14.xml"/><Relationship Id="rId9" Type="http://schemas.openxmlformats.org/officeDocument/2006/relationships/image" Target="../media/image37.png"/><Relationship Id="rId14" Type="http://schemas.openxmlformats.org/officeDocument/2006/relationships/customXml" Target="../ink/ink19.xml"/><Relationship Id="rId22" Type="http://schemas.openxmlformats.org/officeDocument/2006/relationships/customXml" Target="../ink/ink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b="1"/>
              <a:t>Files</a:t>
            </a:r>
            <a:endParaRPr b="1"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/>
              <a:t>Android Studio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>
            <a:spLocks noGrp="1"/>
          </p:cNvSpPr>
          <p:nvPr>
            <p:ph type="title"/>
          </p:nvPr>
        </p:nvSpPr>
        <p:spPr>
          <a:xfrm>
            <a:off x="332509" y="0"/>
            <a:ext cx="11526982" cy="96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Пример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b="1" dirty="0">
                <a:latin typeface="Times New Roman"/>
                <a:ea typeface="Times New Roman"/>
                <a:cs typeface="Times New Roman"/>
                <a:sym typeface="Times New Roman"/>
              </a:rPr>
              <a:t>получения директории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56F82E-4760-BE76-E8C2-2E2E10937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772" y="1379245"/>
            <a:ext cx="6696767" cy="516461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Шрифт, линия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24FDAE2-829C-B62A-AF2B-2F1ABEA6CB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773" y="2330263"/>
            <a:ext cx="9545886" cy="1803457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9802602-DA57-E808-8809-74D8EDD720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0459" y="3330368"/>
            <a:ext cx="3869473" cy="306333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">
            <p14:nvContentPartPr>
              <p14:cNvPr id="18" name="Рукописный ввод 17">
                <a:extLst>
                  <a:ext uri="{FF2B5EF4-FFF2-40B4-BE49-F238E27FC236}">
                    <a16:creationId xmlns:a16="http://schemas.microsoft.com/office/drawing/2014/main" id="{4B459720-2057-9472-C3B4-6CC5987F91EA}"/>
                  </a:ext>
                </a:extLst>
              </p14:cNvPr>
              <p14:cNvContentPartPr/>
              <p14:nvPr/>
            </p14:nvContentPartPr>
            <p14:xfrm>
              <a:off x="7151628" y="1266577"/>
              <a:ext cx="4588200" cy="3527280"/>
            </p14:xfrm>
          </p:contentPart>
        </mc:Choice>
        <mc:Fallback>
          <p:pic>
            <p:nvPicPr>
              <p:cNvPr id="18" name="Рукописный ввод 17">
                <a:extLst>
                  <a:ext uri="{FF2B5EF4-FFF2-40B4-BE49-F238E27FC236}">
                    <a16:creationId xmlns:a16="http://schemas.microsoft.com/office/drawing/2014/main" id="{4B459720-2057-9472-C3B4-6CC5987F91E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88628" y="1203937"/>
                <a:ext cx="4713840" cy="3652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2">
            <a:extLst>
              <a:ext uri="{FF2B5EF4-FFF2-40B4-BE49-F238E27FC236}">
                <a16:creationId xmlns:a16="http://schemas.microsoft.com/office/drawing/2014/main" id="{5F88F116-E1C3-AC1F-E3C9-78A221697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57200"/>
            <a:ext cx="10515600" cy="571976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ru-RU" b="1" dirty="0" err="1"/>
              <a:t>context.filesDir</a:t>
            </a:r>
            <a:r>
              <a:rPr lang="ru-RU" b="1" dirty="0"/>
              <a:t> </a:t>
            </a:r>
            <a:r>
              <a:rPr lang="ru-RU" dirty="0"/>
              <a:t>- получает внутреннюю директорию приложения:</a:t>
            </a:r>
          </a:p>
          <a:p>
            <a:pPr lvl="1"/>
            <a:r>
              <a:rPr lang="ru-RU" dirty="0"/>
              <a:t>Путь: /</a:t>
            </a:r>
            <a:r>
              <a:rPr lang="ru-RU" dirty="0" err="1"/>
              <a:t>data</a:t>
            </a:r>
            <a:r>
              <a:rPr lang="ru-RU" dirty="0"/>
              <a:t>/</a:t>
            </a:r>
            <a:r>
              <a:rPr lang="ru-RU" dirty="0" err="1"/>
              <a:t>data</a:t>
            </a:r>
            <a:r>
              <a:rPr lang="ru-RU" dirty="0"/>
              <a:t>/&lt;</a:t>
            </a:r>
            <a:r>
              <a:rPr lang="ru-RU" dirty="0" err="1"/>
              <a:t>package_name</a:t>
            </a:r>
            <a:r>
              <a:rPr lang="ru-RU" dirty="0"/>
              <a:t>&gt;/</a:t>
            </a:r>
            <a:r>
              <a:rPr lang="ru-RU" dirty="0" err="1"/>
              <a:t>files</a:t>
            </a:r>
            <a:r>
              <a:rPr lang="ru-RU" dirty="0"/>
              <a:t>/</a:t>
            </a:r>
          </a:p>
          <a:p>
            <a:pPr lvl="1"/>
            <a:r>
              <a:rPr lang="ru-RU" dirty="0"/>
              <a:t>Доступна только вашему приложению</a:t>
            </a:r>
          </a:p>
          <a:p>
            <a:pPr lvl="1"/>
            <a:r>
              <a:rPr lang="ru-RU" dirty="0"/>
              <a:t>Очищается при удалении приложения</a:t>
            </a:r>
          </a:p>
          <a:p>
            <a:pPr marL="571500" lvl="1" indent="0">
              <a:buNone/>
            </a:pPr>
            <a:endParaRPr lang="ru-RU" dirty="0"/>
          </a:p>
          <a:p>
            <a:pPr marL="114300" indent="0">
              <a:buNone/>
            </a:pPr>
            <a:r>
              <a:rPr lang="ru-RU" b="1" dirty="0"/>
              <a:t>File</a:t>
            </a:r>
            <a:r>
              <a:rPr lang="ru-RU" dirty="0"/>
              <a:t>(</a:t>
            </a:r>
            <a:r>
              <a:rPr lang="ru-RU" dirty="0" err="1"/>
              <a:t>context.filesDir</a:t>
            </a:r>
            <a:r>
              <a:rPr lang="ru-RU" dirty="0"/>
              <a:t>, FILES_DIRECTORY) - создает объект File для поддиректории "</a:t>
            </a:r>
            <a:r>
              <a:rPr lang="ru-RU" dirty="0" err="1"/>
              <a:t>my_files</a:t>
            </a:r>
            <a:r>
              <a:rPr lang="ru-RU" dirty="0"/>
              <a:t>«</a:t>
            </a:r>
          </a:p>
          <a:p>
            <a:pPr marL="114300" indent="0">
              <a:buNone/>
            </a:pPr>
            <a:endParaRPr lang="ru-RU" dirty="0"/>
          </a:p>
          <a:p>
            <a:pPr marL="114300" indent="0">
              <a:buNone/>
            </a:pPr>
            <a:r>
              <a:rPr lang="ru-RU" b="1" dirty="0"/>
              <a:t>.</a:t>
            </a:r>
            <a:r>
              <a:rPr lang="ru-RU" b="1" dirty="0" err="1"/>
              <a:t>apply</a:t>
            </a:r>
            <a:r>
              <a:rPr lang="ru-RU" b="1" dirty="0"/>
              <a:t> { </a:t>
            </a:r>
            <a:r>
              <a:rPr lang="ru-RU" b="1" dirty="0" err="1"/>
              <a:t>if</a:t>
            </a:r>
            <a:r>
              <a:rPr lang="ru-RU" b="1" dirty="0"/>
              <a:t> (!</a:t>
            </a:r>
            <a:r>
              <a:rPr lang="ru-RU" b="1" dirty="0" err="1"/>
              <a:t>exists</a:t>
            </a:r>
            <a:r>
              <a:rPr lang="ru-RU" b="1" dirty="0"/>
              <a:t>()) </a:t>
            </a:r>
            <a:r>
              <a:rPr lang="ru-RU" b="1" dirty="0" err="1"/>
              <a:t>mkdirs</a:t>
            </a:r>
            <a:r>
              <a:rPr lang="ru-RU" b="1" dirty="0"/>
              <a:t>() } </a:t>
            </a:r>
            <a:r>
              <a:rPr lang="ru-RU" dirty="0"/>
              <a:t>- проверяет существование и создает директорию если нужно:</a:t>
            </a:r>
          </a:p>
          <a:p>
            <a:pPr lvl="1"/>
            <a:r>
              <a:rPr lang="ru-RU" dirty="0" err="1"/>
              <a:t>exists</a:t>
            </a:r>
            <a:r>
              <a:rPr lang="ru-RU" dirty="0"/>
              <a:t>() - проверяет, существует ли директория</a:t>
            </a:r>
          </a:p>
          <a:p>
            <a:pPr lvl="1"/>
            <a:r>
              <a:rPr lang="ru-RU" dirty="0" err="1"/>
              <a:t>mkdirs</a:t>
            </a:r>
            <a:r>
              <a:rPr lang="ru-RU" dirty="0"/>
              <a:t>() - создает все недостающие директории в пути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7060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1251ED65-B1BB-51F4-52E6-9FE370B8F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A1262B83-4B7F-44A6-C506-E4F02C2F6A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2509" y="0"/>
            <a:ext cx="11526982" cy="96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Пример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b="1" dirty="0">
                <a:latin typeface="Times New Roman"/>
                <a:ea typeface="Times New Roman"/>
                <a:cs typeface="Times New Roman"/>
                <a:sym typeface="Times New Roman"/>
              </a:rPr>
              <a:t>получения списка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файл</a:t>
            </a:r>
            <a:r>
              <a:rPr lang="ru-RU" b="1" dirty="0" err="1">
                <a:latin typeface="Times New Roman"/>
                <a:ea typeface="Times New Roman"/>
                <a:cs typeface="Times New Roman"/>
                <a:sym typeface="Times New Roman"/>
              </a:rPr>
              <a:t>ов</a:t>
            </a:r>
            <a:endParaRPr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F8E174C-3600-9D9F-36CF-730A6A252A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6143E2B-505D-F6F4-DDA0-2AA21DE3C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280" y="964276"/>
            <a:ext cx="1095644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791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74782AB9-7CD0-8ADE-3062-03724F531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524107"/>
            <a:ext cx="10515600" cy="5652856"/>
          </a:xfrm>
        </p:spPr>
        <p:txBody>
          <a:bodyPr>
            <a:normAutofit fontScale="92500"/>
          </a:bodyPr>
          <a:lstStyle/>
          <a:p>
            <a:pPr marL="114300" indent="0">
              <a:buNone/>
            </a:pPr>
            <a:r>
              <a:rPr lang="en-US" dirty="0" err="1"/>
              <a:t>getFilesDirectory</a:t>
            </a:r>
            <a:r>
              <a:rPr lang="en-US" dirty="0"/>
              <a:t>(context) - </a:t>
            </a:r>
            <a:r>
              <a:rPr lang="ru-RU" dirty="0"/>
              <a:t>получает директорию с файлами</a:t>
            </a:r>
          </a:p>
          <a:p>
            <a:pPr marL="114300" indent="0">
              <a:buNone/>
            </a:pPr>
            <a:r>
              <a:rPr lang="en-US" dirty="0" err="1"/>
              <a:t>directory.listFiles</a:t>
            </a:r>
            <a:r>
              <a:rPr lang="en-US" dirty="0"/>
              <a:t>() - </a:t>
            </a:r>
            <a:r>
              <a:rPr lang="ru-RU" dirty="0"/>
              <a:t>получает массив файлов и поддиректорий:</a:t>
            </a:r>
          </a:p>
          <a:p>
            <a:pPr lvl="1"/>
            <a:r>
              <a:rPr lang="ru-RU" dirty="0"/>
              <a:t>Возвращает </a:t>
            </a:r>
            <a:r>
              <a:rPr lang="en-US" dirty="0"/>
              <a:t>Array&lt;File&gt;? (nullable)</a:t>
            </a:r>
          </a:p>
          <a:p>
            <a:pPr lvl="1"/>
            <a:r>
              <a:rPr lang="ru-RU" dirty="0"/>
              <a:t>Может вернуть </a:t>
            </a:r>
            <a:r>
              <a:rPr lang="en-US" dirty="0"/>
              <a:t>null </a:t>
            </a:r>
            <a:r>
              <a:rPr lang="ru-RU" dirty="0"/>
              <a:t>если директория не существует или нет прав</a:t>
            </a:r>
          </a:p>
          <a:p>
            <a:pPr marL="114300" indent="0">
              <a:buNone/>
            </a:pPr>
            <a:r>
              <a:rPr lang="ru-RU" dirty="0"/>
              <a:t>?.</a:t>
            </a:r>
            <a:r>
              <a:rPr lang="en-US" dirty="0"/>
              <a:t>filter { </a:t>
            </a:r>
            <a:r>
              <a:rPr lang="en-US" dirty="0" err="1"/>
              <a:t>it.isFile</a:t>
            </a:r>
            <a:r>
              <a:rPr lang="en-US" dirty="0"/>
              <a:t> } - </a:t>
            </a:r>
            <a:r>
              <a:rPr lang="ru-RU" dirty="0"/>
              <a:t>фильтрует только файлы (исключает директории):</a:t>
            </a:r>
          </a:p>
          <a:p>
            <a:pPr lvl="1"/>
            <a:r>
              <a:rPr lang="en-US" dirty="0" err="1"/>
              <a:t>isFile</a:t>
            </a:r>
            <a:r>
              <a:rPr lang="en-US" dirty="0"/>
              <a:t> - </a:t>
            </a:r>
            <a:r>
              <a:rPr lang="ru-RU" dirty="0"/>
              <a:t>свойство </a:t>
            </a:r>
            <a:r>
              <a:rPr lang="en-US" dirty="0"/>
              <a:t>File, </a:t>
            </a:r>
            <a:r>
              <a:rPr lang="ru-RU" dirty="0"/>
              <a:t>возвращает </a:t>
            </a:r>
            <a:r>
              <a:rPr lang="en-US" dirty="0"/>
              <a:t>true </a:t>
            </a:r>
            <a:r>
              <a:rPr lang="ru-RU" dirty="0"/>
              <a:t>если это файл</a:t>
            </a:r>
          </a:p>
          <a:p>
            <a:pPr marL="114300" indent="0">
              <a:buNone/>
            </a:pPr>
            <a:r>
              <a:rPr lang="ru-RU" dirty="0"/>
              <a:t>?.</a:t>
            </a:r>
            <a:r>
              <a:rPr lang="en-US" dirty="0" err="1"/>
              <a:t>sortedBy</a:t>
            </a:r>
            <a:r>
              <a:rPr lang="en-US" dirty="0"/>
              <a:t> { it.name } - </a:t>
            </a:r>
            <a:r>
              <a:rPr lang="ru-RU" dirty="0"/>
              <a:t>сортирует файлы по имени в алфавитном порядке</a:t>
            </a:r>
          </a:p>
          <a:p>
            <a:pPr marL="114300" indent="0">
              <a:buNone/>
            </a:pPr>
            <a:r>
              <a:rPr lang="ru-RU" dirty="0"/>
              <a:t>?.</a:t>
            </a:r>
            <a:r>
              <a:rPr lang="en-US" dirty="0" err="1"/>
              <a:t>mapIndexed</a:t>
            </a:r>
            <a:r>
              <a:rPr lang="en-US" dirty="0"/>
              <a:t> { index, file -&gt; ... } - </a:t>
            </a:r>
            <a:r>
              <a:rPr lang="ru-RU" dirty="0"/>
              <a:t>преобразует каждый </a:t>
            </a:r>
            <a:r>
              <a:rPr lang="en-US" dirty="0"/>
              <a:t>File </a:t>
            </a:r>
            <a:r>
              <a:rPr lang="ru-RU" dirty="0"/>
              <a:t>в </a:t>
            </a:r>
            <a:r>
              <a:rPr lang="en-US" dirty="0" err="1"/>
              <a:t>FileExample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index + 1 - </a:t>
            </a:r>
            <a:r>
              <a:rPr lang="ru-RU" dirty="0"/>
              <a:t>создает </a:t>
            </a:r>
            <a:r>
              <a:rPr lang="en-US" dirty="0"/>
              <a:t>id </a:t>
            </a:r>
            <a:r>
              <a:rPr lang="ru-RU" dirty="0"/>
              <a:t>начиная с 1 (для отображения в списке)</a:t>
            </a:r>
          </a:p>
          <a:p>
            <a:pPr lvl="1"/>
            <a:r>
              <a:rPr lang="en-US" dirty="0"/>
              <a:t>file.name - </a:t>
            </a:r>
            <a:r>
              <a:rPr lang="ru-RU" dirty="0"/>
              <a:t>имя файла (например, "</a:t>
            </a:r>
            <a:r>
              <a:rPr lang="en-US" dirty="0"/>
              <a:t>notes.txt")</a:t>
            </a:r>
          </a:p>
          <a:p>
            <a:pPr marL="114300" indent="0">
              <a:buNone/>
            </a:pPr>
            <a:r>
              <a:rPr lang="en-US" dirty="0"/>
              <a:t>?: </a:t>
            </a:r>
            <a:r>
              <a:rPr lang="en-US" dirty="0" err="1"/>
              <a:t>emptyList</a:t>
            </a:r>
            <a:r>
              <a:rPr lang="en-US" dirty="0"/>
              <a:t>() - Elvis operator: </a:t>
            </a:r>
            <a:r>
              <a:rPr lang="ru-RU" dirty="0"/>
              <a:t>возвращает пустой список если </a:t>
            </a:r>
            <a:r>
              <a:rPr lang="en-US" dirty="0" err="1"/>
              <a:t>listFiles</a:t>
            </a:r>
            <a:r>
              <a:rPr lang="en-US" dirty="0"/>
              <a:t>() </a:t>
            </a:r>
            <a:r>
              <a:rPr lang="ru-RU" dirty="0"/>
              <a:t>вернул </a:t>
            </a:r>
            <a:r>
              <a:rPr lang="en-US" dirty="0"/>
              <a:t>null</a:t>
            </a:r>
          </a:p>
          <a:p>
            <a:pPr marL="11430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3071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04205433-850B-6422-F4AF-7CD64F941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5143B2B3-1252-D0E0-3654-3533A89C11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2509" y="0"/>
            <a:ext cx="11526982" cy="96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Пример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b="1" dirty="0">
                <a:latin typeface="Times New Roman"/>
                <a:ea typeface="Times New Roman"/>
                <a:cs typeface="Times New Roman"/>
                <a:sym typeface="Times New Roman"/>
              </a:rPr>
              <a:t>создания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файл</a:t>
            </a:r>
            <a:r>
              <a:rPr lang="ru-RU" b="1" dirty="0">
                <a:latin typeface="Times New Roman"/>
                <a:ea typeface="Times New Roman"/>
                <a:cs typeface="Times New Roman"/>
                <a:sym typeface="Times New Roman"/>
              </a:rPr>
              <a:t>а</a:t>
            </a:r>
            <a:endParaRPr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C2A0346-0024-0CE9-69F0-3D111D935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Изображение выглядит как текст, снимок экрана, дисплей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6BC042D-5779-6ECD-11E5-43BE0C2F9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207" y="1145214"/>
            <a:ext cx="11252271" cy="552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03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A3291865-C0E3-5539-4999-18C5E37D3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90293"/>
            <a:ext cx="10515600" cy="5786670"/>
          </a:xfrm>
        </p:spPr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ru-RU" dirty="0" err="1"/>
              <a:t>getFilesDirectory</a:t>
            </a:r>
            <a:r>
              <a:rPr lang="ru-RU" dirty="0"/>
              <a:t>(</a:t>
            </a:r>
            <a:r>
              <a:rPr lang="ru-RU" dirty="0" err="1"/>
              <a:t>context</a:t>
            </a:r>
            <a:r>
              <a:rPr lang="ru-RU" dirty="0"/>
              <a:t>) - получает целевую директорию</a:t>
            </a:r>
          </a:p>
          <a:p>
            <a:pPr marL="114300" indent="0">
              <a:buNone/>
            </a:pPr>
            <a:r>
              <a:rPr lang="ru-RU" b="1" dirty="0"/>
              <a:t>Обработка расширения</a:t>
            </a:r>
            <a:r>
              <a:rPr lang="ru-RU" dirty="0"/>
              <a:t>:</a:t>
            </a:r>
          </a:p>
          <a:p>
            <a:pPr lvl="1"/>
            <a:r>
              <a:rPr lang="ru-RU" dirty="0" err="1"/>
              <a:t>if</a:t>
            </a:r>
            <a:r>
              <a:rPr lang="ru-RU" dirty="0"/>
              <a:t> (!</a:t>
            </a:r>
            <a:r>
              <a:rPr lang="ru-RU" dirty="0" err="1"/>
              <a:t>fileName.endsWith</a:t>
            </a:r>
            <a:r>
              <a:rPr lang="ru-RU" dirty="0"/>
              <a:t>(".</a:t>
            </a:r>
            <a:r>
              <a:rPr lang="ru-RU" dirty="0" err="1"/>
              <a:t>txt</a:t>
            </a:r>
            <a:r>
              <a:rPr lang="ru-RU" dirty="0"/>
              <a:t>")) "$fileName.txt" </a:t>
            </a:r>
            <a:r>
              <a:rPr lang="ru-RU" dirty="0" err="1"/>
              <a:t>else</a:t>
            </a:r>
            <a:r>
              <a:rPr lang="ru-RU" dirty="0"/>
              <a:t> </a:t>
            </a:r>
            <a:r>
              <a:rPr lang="ru-RU" dirty="0" err="1"/>
              <a:t>fileName</a:t>
            </a:r>
            <a:endParaRPr lang="ru-RU" dirty="0"/>
          </a:p>
          <a:p>
            <a:pPr lvl="1"/>
            <a:r>
              <a:rPr lang="ru-RU" dirty="0"/>
              <a:t>Если имя не заканчивается на ".</a:t>
            </a:r>
            <a:r>
              <a:rPr lang="ru-RU" dirty="0" err="1"/>
              <a:t>txt</a:t>
            </a:r>
            <a:r>
              <a:rPr lang="ru-RU" dirty="0"/>
              <a:t>", добавляет это расширение</a:t>
            </a:r>
          </a:p>
          <a:p>
            <a:pPr lvl="1"/>
            <a:r>
              <a:rPr lang="ru-RU" dirty="0"/>
              <a:t>Пример: "</a:t>
            </a:r>
            <a:r>
              <a:rPr lang="ru-RU" dirty="0" err="1"/>
              <a:t>notes</a:t>
            </a:r>
            <a:r>
              <a:rPr lang="ru-RU" dirty="0"/>
              <a:t>" → "notes.txt"</a:t>
            </a:r>
          </a:p>
          <a:p>
            <a:pPr marL="114300" indent="0">
              <a:buNone/>
            </a:pPr>
            <a:r>
              <a:rPr lang="ru-RU" b="1" dirty="0"/>
              <a:t>Проверка существования</a:t>
            </a:r>
            <a:r>
              <a:rPr lang="ru-RU" dirty="0"/>
              <a:t>:</a:t>
            </a:r>
          </a:p>
          <a:p>
            <a:pPr lvl="1"/>
            <a:r>
              <a:rPr lang="ru-RU" dirty="0" err="1"/>
              <a:t>if</a:t>
            </a:r>
            <a:r>
              <a:rPr lang="ru-RU" dirty="0"/>
              <a:t> (!</a:t>
            </a:r>
            <a:r>
              <a:rPr lang="ru-RU" dirty="0" err="1"/>
              <a:t>file.exists</a:t>
            </a:r>
            <a:r>
              <a:rPr lang="ru-RU" dirty="0"/>
              <a:t>()) - проверяет, не существует ли уже файл с таким именем</a:t>
            </a:r>
          </a:p>
          <a:p>
            <a:pPr lvl="1"/>
            <a:r>
              <a:rPr lang="ru-RU" dirty="0"/>
              <a:t>Если существует - сразу возвращает </a:t>
            </a:r>
            <a:r>
              <a:rPr lang="ru-RU" dirty="0" err="1"/>
              <a:t>false</a:t>
            </a:r>
            <a:endParaRPr lang="ru-RU" dirty="0"/>
          </a:p>
          <a:p>
            <a:pPr marL="114300" indent="0">
              <a:buNone/>
            </a:pPr>
            <a:r>
              <a:rPr lang="ru-RU" b="1" dirty="0"/>
              <a:t>Создание файла</a:t>
            </a:r>
            <a:r>
              <a:rPr lang="ru-RU" dirty="0"/>
              <a:t>:</a:t>
            </a:r>
          </a:p>
          <a:p>
            <a:pPr lvl="1"/>
            <a:r>
              <a:rPr lang="ru-RU" dirty="0" err="1"/>
              <a:t>file.createNewFile</a:t>
            </a:r>
            <a:r>
              <a:rPr lang="ru-RU" dirty="0"/>
              <a:t>() - создает пустой файл</a:t>
            </a:r>
          </a:p>
          <a:p>
            <a:pPr lvl="1"/>
            <a:r>
              <a:rPr lang="ru-RU" dirty="0"/>
              <a:t>Обернуто в </a:t>
            </a:r>
            <a:r>
              <a:rPr lang="ru-RU" dirty="0" err="1"/>
              <a:t>try-catch</a:t>
            </a:r>
            <a:r>
              <a:rPr lang="ru-RU" dirty="0"/>
              <a:t> для обработки возможных ошибок:</a:t>
            </a:r>
          </a:p>
          <a:p>
            <a:pPr lvl="2"/>
            <a:r>
              <a:rPr lang="ru-RU" dirty="0"/>
              <a:t>Нет прав на запись</a:t>
            </a:r>
          </a:p>
          <a:p>
            <a:pPr lvl="2"/>
            <a:r>
              <a:rPr lang="ru-RU" dirty="0"/>
              <a:t>Недостаточно места</a:t>
            </a:r>
          </a:p>
          <a:p>
            <a:pPr lvl="2"/>
            <a:r>
              <a:rPr lang="ru-RU" dirty="0"/>
              <a:t>Ошибочное имя файла</a:t>
            </a:r>
          </a:p>
          <a:p>
            <a:pPr marL="114300" indent="0">
              <a:buNone/>
            </a:pPr>
            <a:r>
              <a:rPr lang="ru-RU" b="1" dirty="0"/>
              <a:t>Возвращаемое значение:</a:t>
            </a:r>
          </a:p>
          <a:p>
            <a:pPr lvl="1"/>
            <a:r>
              <a:rPr lang="ru-RU" dirty="0" err="1"/>
              <a:t>true</a:t>
            </a:r>
            <a:r>
              <a:rPr lang="ru-RU" dirty="0"/>
              <a:t> - файл успешно создан</a:t>
            </a:r>
          </a:p>
          <a:p>
            <a:pPr lvl="1"/>
            <a:r>
              <a:rPr lang="ru-RU" dirty="0" err="1"/>
              <a:t>false</a:t>
            </a:r>
            <a:r>
              <a:rPr lang="ru-RU" dirty="0"/>
              <a:t> - файл уже существует или произошла ошибка</a:t>
            </a:r>
          </a:p>
          <a:p>
            <a:pPr marL="11430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1950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958D9F-D211-959D-1C58-FC9EA9012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93E0B65-89CF-0CB1-84D8-B31E85A6FA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07B065C-27E8-3035-C8AA-8C653B071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67" y="230188"/>
            <a:ext cx="6140864" cy="450849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078E8A2-C6BC-4F04-A724-BC60FF847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67" y="589347"/>
            <a:ext cx="10552017" cy="3650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382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D21B61-8AD4-8CA1-CF87-D3AA25F6B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B1B48ED-6B2F-D040-99E3-78D4DE0EF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 descr="Изображение выглядит как текст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547053E-72A5-DD0C-164B-BF3E8CBBE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13" y="24291"/>
            <a:ext cx="11009887" cy="4215282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59F030C-996D-4AD1-9D1A-4BE38852B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757" y="4052529"/>
            <a:ext cx="10226198" cy="261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830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3CA14EFF-3BBD-07F1-3978-8D7B31092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2755830C-2944-A34A-0480-25057FC1EF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2509" y="0"/>
            <a:ext cx="11526982" cy="96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Пример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b="1" dirty="0">
                <a:latin typeface="Times New Roman"/>
                <a:ea typeface="Times New Roman"/>
                <a:cs typeface="Times New Roman"/>
                <a:sym typeface="Times New Roman"/>
              </a:rPr>
              <a:t>как получить нужный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файл</a:t>
            </a:r>
            <a:endParaRPr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4A847B8-3932-0F6D-A111-55E0BF9BA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10107"/>
            <a:ext cx="10515600" cy="3366856"/>
          </a:xfrm>
        </p:spPr>
        <p:txBody>
          <a:bodyPr/>
          <a:lstStyle/>
          <a:p>
            <a:pPr marL="114300" indent="0">
              <a:buNone/>
            </a:pPr>
            <a:r>
              <a:rPr lang="ru-RU" dirty="0"/>
              <a:t>Создает объект </a:t>
            </a:r>
            <a:r>
              <a:rPr lang="ru-RU" dirty="0" err="1"/>
              <a:t>java.io.File</a:t>
            </a:r>
            <a:r>
              <a:rPr lang="ru-RU" dirty="0"/>
              <a:t> на основе:</a:t>
            </a:r>
          </a:p>
          <a:p>
            <a:r>
              <a:rPr lang="ru-RU" dirty="0"/>
              <a:t>Директории из </a:t>
            </a:r>
            <a:r>
              <a:rPr lang="ru-RU" dirty="0" err="1"/>
              <a:t>getFilesDirectory</a:t>
            </a:r>
            <a:r>
              <a:rPr lang="ru-RU" dirty="0"/>
              <a:t>()</a:t>
            </a:r>
          </a:p>
          <a:p>
            <a:r>
              <a:rPr lang="ru-RU" dirty="0"/>
              <a:t>Имени файла из свойства </a:t>
            </a:r>
            <a:r>
              <a:rPr lang="ru-RU" dirty="0" err="1"/>
              <a:t>fileName</a:t>
            </a:r>
            <a:endParaRPr lang="ru-RU" dirty="0"/>
          </a:p>
          <a:p>
            <a:pPr marL="114300" indent="0">
              <a:buNone/>
            </a:pPr>
            <a:endParaRPr lang="ru-RU" dirty="0"/>
          </a:p>
          <a:p>
            <a:pPr marL="114300" indent="0">
              <a:buNone/>
            </a:pPr>
            <a:r>
              <a:rPr lang="ru-RU" dirty="0"/>
              <a:t>Все остальные методы используют этот метод для получения объекта File для работы с файловой системой.</a:t>
            </a:r>
          </a:p>
          <a:p>
            <a:endParaRPr lang="ru-RU" dirty="0"/>
          </a:p>
        </p:txBody>
      </p:sp>
      <p:pic>
        <p:nvPicPr>
          <p:cNvPr id="6" name="Рисунок 5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65C5481-D3C9-FAA3-48DE-F5C8658B9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964276"/>
            <a:ext cx="8859089" cy="17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147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27986741-AF17-BE73-C57C-2B0C47FD8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A364902D-1B2F-6FA6-D489-8CA278DC6A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2509" y="0"/>
            <a:ext cx="11526982" cy="96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Пример запись в файл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040EFA-D350-E51B-143C-D32A923BA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AB5311B-BA1D-8263-5C95-A96A4BCD5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129367"/>
            <a:ext cx="10155044" cy="504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951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09260EDF-FB70-D3B3-FA99-194491731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34898"/>
            <a:ext cx="10515600" cy="5742065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ru-RU" dirty="0" err="1"/>
              <a:t>getFile</a:t>
            </a:r>
            <a:r>
              <a:rPr lang="ru-RU" dirty="0"/>
              <a:t>(</a:t>
            </a:r>
            <a:r>
              <a:rPr lang="ru-RU" dirty="0" err="1"/>
              <a:t>context</a:t>
            </a:r>
            <a:r>
              <a:rPr lang="ru-RU" dirty="0"/>
              <a:t>) - получает объект File</a:t>
            </a:r>
          </a:p>
          <a:p>
            <a:pPr marL="114300" indent="0">
              <a:buNone/>
            </a:pPr>
            <a:r>
              <a:rPr lang="ru-RU" dirty="0" err="1"/>
              <a:t>FileOutputStream</a:t>
            </a:r>
            <a:r>
              <a:rPr lang="ru-RU" dirty="0"/>
              <a:t>(</a:t>
            </a:r>
            <a:r>
              <a:rPr lang="ru-RU" dirty="0" err="1"/>
              <a:t>file</a:t>
            </a:r>
            <a:r>
              <a:rPr lang="ru-RU" dirty="0"/>
              <a:t>) - создает поток для записи</a:t>
            </a:r>
          </a:p>
          <a:p>
            <a:pPr lvl="1"/>
            <a:r>
              <a:rPr lang="ru-RU" dirty="0"/>
              <a:t>Если файл существует, он будет перезаписан</a:t>
            </a:r>
          </a:p>
          <a:p>
            <a:pPr lvl="1"/>
            <a:r>
              <a:rPr lang="ru-RU" dirty="0"/>
              <a:t>Если не существует - будет создан</a:t>
            </a:r>
          </a:p>
          <a:p>
            <a:pPr marL="114300" indent="0">
              <a:buNone/>
            </a:pPr>
            <a:r>
              <a:rPr lang="ru-RU" dirty="0"/>
              <a:t>.</a:t>
            </a:r>
            <a:r>
              <a:rPr lang="ru-RU" dirty="0" err="1"/>
              <a:t>use</a:t>
            </a:r>
            <a:r>
              <a:rPr lang="ru-RU" dirty="0"/>
              <a:t> { ... } - автоматическое закрытие потока</a:t>
            </a:r>
          </a:p>
          <a:p>
            <a:pPr marL="114300" indent="0">
              <a:buNone/>
            </a:pPr>
            <a:r>
              <a:rPr lang="ru-RU" dirty="0" err="1"/>
              <a:t>content.toByteArray</a:t>
            </a:r>
            <a:r>
              <a:rPr lang="ru-RU" dirty="0"/>
              <a:t>() - преобразует строку в массив байтов</a:t>
            </a:r>
          </a:p>
          <a:p>
            <a:pPr lvl="1"/>
            <a:r>
              <a:rPr lang="ru-RU" dirty="0"/>
              <a:t>Использует кодировку по умолчанию (UTF-8)</a:t>
            </a:r>
          </a:p>
          <a:p>
            <a:pPr marL="114300" indent="0">
              <a:buNone/>
            </a:pPr>
            <a:r>
              <a:rPr lang="ru-RU" dirty="0" err="1"/>
              <a:t>outputStream.write</a:t>
            </a:r>
            <a:r>
              <a:rPr lang="ru-RU" dirty="0"/>
              <a:t>() - записывает байты в файл</a:t>
            </a:r>
          </a:p>
          <a:p>
            <a:pPr marL="114300" indent="0">
              <a:buNone/>
            </a:pPr>
            <a:endParaRPr lang="ru-RU" dirty="0"/>
          </a:p>
          <a:p>
            <a:pPr marL="114300" indent="0">
              <a:buNone/>
            </a:pPr>
            <a:r>
              <a:rPr lang="ru-RU" b="1" dirty="0"/>
              <a:t>Возвращает:</a:t>
            </a:r>
          </a:p>
          <a:p>
            <a:r>
              <a:rPr lang="ru-RU" dirty="0" err="1"/>
              <a:t>true</a:t>
            </a:r>
            <a:r>
              <a:rPr lang="ru-RU" dirty="0"/>
              <a:t> - запись успешна</a:t>
            </a:r>
          </a:p>
          <a:p>
            <a:r>
              <a:rPr lang="ru-RU" dirty="0" err="1"/>
              <a:t>false</a:t>
            </a:r>
            <a:r>
              <a:rPr lang="ru-RU" dirty="0"/>
              <a:t> - произошла ошибка (нет прав, нет места и т.д.)</a:t>
            </a:r>
          </a:p>
          <a:p>
            <a:pPr marL="11430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6778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332509" y="0"/>
            <a:ext cx="11526982" cy="96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Пример чтение из файла</a:t>
            </a:r>
            <a:endParaRPr/>
          </a:p>
        </p:txBody>
      </p:sp>
      <p:pic>
        <p:nvPicPr>
          <p:cNvPr id="4" name="Рисунок 3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452C3B3-C2D4-F4FC-4F6A-288369C26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8" y="1182852"/>
            <a:ext cx="9976624" cy="5272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E468EB3F-39B1-2F3D-7C94-B2A19CB8A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524107"/>
            <a:ext cx="10515600" cy="5652856"/>
          </a:xfrm>
        </p:spPr>
        <p:txBody>
          <a:bodyPr>
            <a:normAutofit fontScale="92500"/>
          </a:bodyPr>
          <a:lstStyle/>
          <a:p>
            <a:pPr marL="114300" indent="0">
              <a:buNone/>
            </a:pPr>
            <a:r>
              <a:rPr lang="ru-RU" dirty="0" err="1"/>
              <a:t>getFile</a:t>
            </a:r>
            <a:r>
              <a:rPr lang="ru-RU" dirty="0"/>
              <a:t>(</a:t>
            </a:r>
            <a:r>
              <a:rPr lang="ru-RU" dirty="0" err="1"/>
              <a:t>context</a:t>
            </a:r>
            <a:r>
              <a:rPr lang="ru-RU" dirty="0"/>
              <a:t>) - получает объект File</a:t>
            </a:r>
          </a:p>
          <a:p>
            <a:pPr marL="114300" indent="0">
              <a:buNone/>
            </a:pPr>
            <a:r>
              <a:rPr lang="ru-RU" dirty="0" err="1"/>
              <a:t>file.exists</a:t>
            </a:r>
            <a:r>
              <a:rPr lang="ru-RU" dirty="0"/>
              <a:t>() - проверяет существование</a:t>
            </a:r>
          </a:p>
          <a:p>
            <a:pPr marL="114300" indent="0">
              <a:buNone/>
            </a:pPr>
            <a:r>
              <a:rPr lang="ru-RU" dirty="0" err="1"/>
              <a:t>FileInputStream</a:t>
            </a:r>
            <a:r>
              <a:rPr lang="ru-RU" dirty="0"/>
              <a:t>(</a:t>
            </a:r>
            <a:r>
              <a:rPr lang="ru-RU" dirty="0" err="1"/>
              <a:t>file</a:t>
            </a:r>
            <a:r>
              <a:rPr lang="ru-RU" dirty="0"/>
              <a:t>) - создает поток для чтения файла</a:t>
            </a:r>
          </a:p>
          <a:p>
            <a:pPr marL="114300" indent="0">
              <a:buNone/>
            </a:pPr>
            <a:r>
              <a:rPr lang="ru-RU" dirty="0"/>
              <a:t>.</a:t>
            </a:r>
            <a:r>
              <a:rPr lang="ru-RU" dirty="0" err="1"/>
              <a:t>use</a:t>
            </a:r>
            <a:r>
              <a:rPr lang="ru-RU" dirty="0"/>
              <a:t> { ... } - </a:t>
            </a:r>
            <a:r>
              <a:rPr lang="ru-RU" dirty="0" err="1"/>
              <a:t>try-with-resources</a:t>
            </a:r>
            <a:r>
              <a:rPr lang="ru-RU" dirty="0"/>
              <a:t> на </a:t>
            </a:r>
            <a:r>
              <a:rPr lang="ru-RU" dirty="0" err="1"/>
              <a:t>Kotlin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Автоматически закрывает поток после использования</a:t>
            </a:r>
          </a:p>
          <a:p>
            <a:pPr lvl="1"/>
            <a:r>
              <a:rPr lang="ru-RU" dirty="0"/>
              <a:t>Даже если произойдет исключение</a:t>
            </a:r>
          </a:p>
          <a:p>
            <a:pPr marL="114300" indent="0">
              <a:buNone/>
            </a:pPr>
            <a:r>
              <a:rPr lang="ru-RU" dirty="0" err="1"/>
              <a:t>inputStream.readBytes</a:t>
            </a:r>
            <a:r>
              <a:rPr lang="ru-RU" dirty="0"/>
              <a:t>() - читает ВСЕ байты файла в массив</a:t>
            </a:r>
          </a:p>
          <a:p>
            <a:pPr marL="114300" indent="0">
              <a:buNone/>
            </a:pPr>
            <a:r>
              <a:rPr lang="ru-RU" dirty="0"/>
              <a:t>.</a:t>
            </a:r>
            <a:r>
              <a:rPr lang="ru-RU" dirty="0" err="1"/>
              <a:t>toString</a:t>
            </a:r>
            <a:r>
              <a:rPr lang="ru-RU" dirty="0"/>
              <a:t>(</a:t>
            </a:r>
            <a:r>
              <a:rPr lang="ru-RU" dirty="0" err="1"/>
              <a:t>Charset.defaultCharset</a:t>
            </a:r>
            <a:r>
              <a:rPr lang="ru-RU" dirty="0"/>
              <a:t>()) - преобразует байты в строку</a:t>
            </a:r>
          </a:p>
          <a:p>
            <a:pPr lvl="1"/>
            <a:r>
              <a:rPr lang="ru-RU" dirty="0" err="1"/>
              <a:t>Charset.defaultCharset</a:t>
            </a:r>
            <a:r>
              <a:rPr lang="ru-RU" dirty="0"/>
              <a:t>() - кодировка по умолчанию системы (обычно UTF-8)</a:t>
            </a:r>
          </a:p>
          <a:p>
            <a:pPr marL="114300" indent="0">
              <a:buNone/>
            </a:pPr>
            <a:r>
              <a:rPr lang="ru-RU" b="1" dirty="0"/>
              <a:t>Особенности:</a:t>
            </a:r>
          </a:p>
          <a:p>
            <a:pPr lvl="1"/>
            <a:r>
              <a:rPr lang="ru-RU" dirty="0"/>
              <a:t>Читает весь файл в память (не подходит для огромных файлов)</a:t>
            </a:r>
          </a:p>
          <a:p>
            <a:pPr lvl="1"/>
            <a:r>
              <a:rPr lang="ru-RU" dirty="0"/>
              <a:t>Возвращает сообщение об ошибке в строковом виде если что-то пошло не так</a:t>
            </a:r>
          </a:p>
          <a:p>
            <a:pPr marL="11430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3614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A71EF821-9477-47FB-FE2C-8A5275AB0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>
            <a:extLst>
              <a:ext uri="{FF2B5EF4-FFF2-40B4-BE49-F238E27FC236}">
                <a16:creationId xmlns:a16="http://schemas.microsoft.com/office/drawing/2014/main" id="{E0BDBFC5-0B14-402B-68EB-30061D769B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2509" y="0"/>
            <a:ext cx="11526982" cy="96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Пример</a:t>
            </a:r>
            <a:r>
              <a:rPr lang="ru-RU" b="1" dirty="0">
                <a:latin typeface="Times New Roman"/>
                <a:ea typeface="Times New Roman"/>
                <a:cs typeface="Times New Roman"/>
                <a:sym typeface="Times New Roman"/>
              </a:rPr>
              <a:t> как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b="1" dirty="0">
                <a:latin typeface="Times New Roman"/>
                <a:ea typeface="Times New Roman"/>
                <a:cs typeface="Times New Roman"/>
                <a:sym typeface="Times New Roman"/>
              </a:rPr>
              <a:t>удалить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файл</a:t>
            </a:r>
            <a:endParaRPr dirty="0"/>
          </a:p>
        </p:txBody>
      </p:sp>
      <p:pic>
        <p:nvPicPr>
          <p:cNvPr id="3" name="Рисунок 2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5C67A36-C13D-A4D4-1099-41D0398E8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09" y="1250006"/>
            <a:ext cx="5252561" cy="25466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EAB62C-0F3A-1B0D-656D-280A4FB2DB17}"/>
              </a:ext>
            </a:extLst>
          </p:cNvPr>
          <p:cNvSpPr txBox="1"/>
          <p:nvPr/>
        </p:nvSpPr>
        <p:spPr>
          <a:xfrm>
            <a:off x="5932449" y="1250006"/>
            <a:ext cx="567597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Вызывает нативный метод </a:t>
            </a:r>
            <a:r>
              <a:rPr lang="ru-RU" sz="2000" dirty="0" err="1"/>
              <a:t>File.delete</a:t>
            </a:r>
            <a:r>
              <a:rPr lang="ru-RU" sz="2000" dirty="0"/>
              <a:t>():</a:t>
            </a:r>
          </a:p>
          <a:p>
            <a:endParaRPr lang="ru-RU" sz="2000" dirty="0"/>
          </a:p>
          <a:p>
            <a:r>
              <a:rPr lang="ru-RU" sz="2000" dirty="0"/>
              <a:t>Удаляет файл физически с диска</a:t>
            </a:r>
          </a:p>
          <a:p>
            <a:endParaRPr lang="ru-RU" sz="2000" dirty="0"/>
          </a:p>
          <a:p>
            <a:r>
              <a:rPr lang="ru-RU" sz="2000" dirty="0"/>
              <a:t>Не удаляет директорию, даже если она пустая</a:t>
            </a:r>
          </a:p>
          <a:p>
            <a:endParaRPr lang="ru-RU" sz="2000" dirty="0"/>
          </a:p>
          <a:p>
            <a:r>
              <a:rPr lang="ru-RU" sz="2000" dirty="0"/>
              <a:t>Не перемещает в корзину - удаление безвозвратное</a:t>
            </a:r>
          </a:p>
        </p:txBody>
      </p:sp>
      <p:pic>
        <p:nvPicPr>
          <p:cNvPr id="10" name="Рисунок 9" descr="Изображение выглядит как текст, Шрифт, линия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1C07F62-0225-5A56-32B9-81F2A1B832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508" y="4112328"/>
            <a:ext cx="10564765" cy="232192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B082271-5B3A-7F2B-718B-8B893CBAA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507" y="3746524"/>
            <a:ext cx="4982495" cy="36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528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1D5640D3-D7B7-3751-B385-17903343C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>
            <a:extLst>
              <a:ext uri="{FF2B5EF4-FFF2-40B4-BE49-F238E27FC236}">
                <a16:creationId xmlns:a16="http://schemas.microsoft.com/office/drawing/2014/main" id="{1EE571A7-6352-B7E9-9184-94371FF256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2509" y="0"/>
            <a:ext cx="11526982" cy="96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Пример</a:t>
            </a:r>
            <a:r>
              <a:rPr lang="ru-RU" b="1" dirty="0">
                <a:latin typeface="Times New Roman"/>
                <a:ea typeface="Times New Roman"/>
                <a:cs typeface="Times New Roman"/>
                <a:sym typeface="Times New Roman"/>
              </a:rPr>
              <a:t> как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b="1" dirty="0">
                <a:latin typeface="Times New Roman"/>
                <a:ea typeface="Times New Roman"/>
                <a:cs typeface="Times New Roman"/>
                <a:sym typeface="Times New Roman"/>
              </a:rPr>
              <a:t>переименовать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файл</a:t>
            </a:r>
            <a:endParaRPr dirty="0"/>
          </a:p>
        </p:txBody>
      </p:sp>
      <p:pic>
        <p:nvPicPr>
          <p:cNvPr id="4" name="Рисунок 3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E171064-5435-A2C8-675E-F353EEAC8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541" y="1226634"/>
            <a:ext cx="10571358" cy="440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752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328898CB-2DA3-1A27-E12F-85BE301FD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535259"/>
            <a:ext cx="10515600" cy="564170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 err="1"/>
              <a:t>getFile</a:t>
            </a:r>
            <a:r>
              <a:rPr lang="en-US" dirty="0"/>
              <a:t>(context) - </a:t>
            </a:r>
            <a:r>
              <a:rPr lang="ru-RU" dirty="0"/>
              <a:t>исходный файл</a:t>
            </a:r>
          </a:p>
          <a:p>
            <a:pPr marL="114300" indent="0">
              <a:buNone/>
            </a:pPr>
            <a:r>
              <a:rPr lang="en-US" dirty="0" err="1"/>
              <a:t>FileExample.getFilesDirectory</a:t>
            </a:r>
            <a:r>
              <a:rPr lang="en-US" dirty="0"/>
              <a:t>(context) - </a:t>
            </a:r>
            <a:r>
              <a:rPr lang="ru-RU" dirty="0"/>
              <a:t>получает директорию</a:t>
            </a:r>
          </a:p>
          <a:p>
            <a:pPr marL="114300" indent="0">
              <a:buNone/>
            </a:pPr>
            <a:r>
              <a:rPr lang="en-US" dirty="0"/>
              <a:t>File(directory, </a:t>
            </a:r>
            <a:r>
              <a:rPr lang="en-US" dirty="0" err="1"/>
              <a:t>newFileName</a:t>
            </a:r>
            <a:r>
              <a:rPr lang="en-US" dirty="0"/>
              <a:t>) - </a:t>
            </a:r>
            <a:r>
              <a:rPr lang="ru-RU" dirty="0"/>
              <a:t>создает объект для нового имени</a:t>
            </a:r>
          </a:p>
          <a:p>
            <a:pPr marL="114300" indent="0">
              <a:buNone/>
            </a:pPr>
            <a:r>
              <a:rPr lang="en-US" dirty="0" err="1"/>
              <a:t>oldFile.renameTo</a:t>
            </a:r>
            <a:r>
              <a:rPr lang="en-US" dirty="0"/>
              <a:t>(</a:t>
            </a:r>
            <a:r>
              <a:rPr lang="en-US" dirty="0" err="1"/>
              <a:t>newFile</a:t>
            </a:r>
            <a:r>
              <a:rPr lang="en-US" dirty="0"/>
              <a:t>) - </a:t>
            </a:r>
            <a:r>
              <a:rPr lang="ru-RU" dirty="0"/>
              <a:t>системный вызов переименования</a:t>
            </a:r>
          </a:p>
          <a:p>
            <a:pPr marL="114300" indent="0">
              <a:buNone/>
            </a:pPr>
            <a:endParaRPr lang="ru-RU" b="1" dirty="0"/>
          </a:p>
          <a:p>
            <a:pPr marL="114300" indent="0">
              <a:buNone/>
            </a:pPr>
            <a:r>
              <a:rPr lang="ru-RU" b="1" dirty="0"/>
              <a:t>Важно:</a:t>
            </a:r>
          </a:p>
          <a:p>
            <a:pPr marL="114300" indent="0">
              <a:buNone/>
            </a:pPr>
            <a:r>
              <a:rPr lang="en-US" dirty="0" err="1"/>
              <a:t>renameTo</a:t>
            </a:r>
            <a:r>
              <a:rPr lang="en-US" dirty="0"/>
              <a:t>() </a:t>
            </a:r>
            <a:r>
              <a:rPr lang="ru-RU" dirty="0"/>
              <a:t>возвращает </a:t>
            </a:r>
            <a:r>
              <a:rPr lang="en-US" dirty="0"/>
              <a:t>false </a:t>
            </a:r>
            <a:r>
              <a:rPr lang="ru-RU" dirty="0"/>
              <a:t>если:</a:t>
            </a:r>
          </a:p>
          <a:p>
            <a:pPr lvl="1"/>
            <a:r>
              <a:rPr lang="ru-RU" dirty="0"/>
              <a:t>Файл с новым именем уже существует</a:t>
            </a:r>
          </a:p>
          <a:p>
            <a:pPr lvl="1"/>
            <a:r>
              <a:rPr lang="ru-RU" dirty="0"/>
              <a:t>Нет прав на запись</a:t>
            </a:r>
          </a:p>
          <a:p>
            <a:pPr lvl="1"/>
            <a:r>
              <a:rPr lang="ru-RU" dirty="0"/>
              <a:t>Файл открыт в другой программе</a:t>
            </a:r>
          </a:p>
          <a:p>
            <a:pPr marL="114300" indent="0">
              <a:buNone/>
            </a:pPr>
            <a:r>
              <a:rPr lang="ru-RU" dirty="0"/>
              <a:t>Работает в пределах одной файловой системы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01900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73F7E8FB-C914-4390-6AE8-6AD6B89F7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>
            <a:extLst>
              <a:ext uri="{FF2B5EF4-FFF2-40B4-BE49-F238E27FC236}">
                <a16:creationId xmlns:a16="http://schemas.microsoft.com/office/drawing/2014/main" id="{85FAE69B-D4F9-F160-4BFA-F4C42291F5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2509" y="0"/>
            <a:ext cx="11526982" cy="96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Пример</a:t>
            </a:r>
            <a:r>
              <a:rPr lang="ru-RU" b="1" dirty="0">
                <a:latin typeface="Times New Roman"/>
                <a:ea typeface="Times New Roman"/>
                <a:cs typeface="Times New Roman"/>
                <a:sym typeface="Times New Roman"/>
              </a:rPr>
              <a:t> как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b="1" dirty="0">
                <a:latin typeface="Times New Roman"/>
                <a:ea typeface="Times New Roman"/>
                <a:cs typeface="Times New Roman"/>
                <a:sym typeface="Times New Roman"/>
              </a:rPr>
              <a:t>посмотреть размер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файл</a:t>
            </a:r>
            <a:r>
              <a:rPr lang="ru-RU" b="1" dirty="0">
                <a:latin typeface="Times New Roman"/>
                <a:ea typeface="Times New Roman"/>
                <a:cs typeface="Times New Roman"/>
                <a:sym typeface="Times New Roman"/>
              </a:rPr>
              <a:t>а</a:t>
            </a:r>
            <a:endParaRPr dirty="0"/>
          </a:p>
        </p:txBody>
      </p:sp>
      <p:pic>
        <p:nvPicPr>
          <p:cNvPr id="3" name="Рисунок 2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69FF149-D0C2-5876-D85A-6526DC822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09" y="1237784"/>
            <a:ext cx="6961750" cy="3817735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28D02FE-6887-C699-D9B2-54D68487B5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1867" y="964276"/>
            <a:ext cx="4510642" cy="562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026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B43046DF-C3CD-1A79-565E-541AEE7C9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>
            <a:extLst>
              <a:ext uri="{FF2B5EF4-FFF2-40B4-BE49-F238E27FC236}">
                <a16:creationId xmlns:a16="http://schemas.microsoft.com/office/drawing/2014/main" id="{D42BF8E2-5BA0-7B55-EA36-412922A7C3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2509" y="0"/>
            <a:ext cx="11526982" cy="96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Пример</a:t>
            </a:r>
            <a:r>
              <a:rPr lang="ru-RU" b="1" dirty="0">
                <a:latin typeface="Times New Roman"/>
                <a:ea typeface="Times New Roman"/>
                <a:cs typeface="Times New Roman"/>
                <a:sym typeface="Times New Roman"/>
              </a:rPr>
              <a:t> как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b="1" dirty="0">
                <a:latin typeface="Times New Roman"/>
                <a:ea typeface="Times New Roman"/>
                <a:cs typeface="Times New Roman"/>
                <a:sym typeface="Times New Roman"/>
              </a:rPr>
              <a:t>посмотреть изменения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файл</a:t>
            </a:r>
            <a:r>
              <a:rPr lang="ru-RU" b="1" dirty="0">
                <a:latin typeface="Times New Roman"/>
                <a:ea typeface="Times New Roman"/>
                <a:cs typeface="Times New Roman"/>
                <a:sym typeface="Times New Roman"/>
              </a:rPr>
              <a:t>а</a:t>
            </a:r>
            <a:endParaRPr dirty="0"/>
          </a:p>
        </p:txBody>
      </p:sp>
      <p:pic>
        <p:nvPicPr>
          <p:cNvPr id="4" name="Рисунок 3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0F722DD-39FA-9D36-00F7-63DFA1301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507" y="1126272"/>
            <a:ext cx="12251014" cy="262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8873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6C95E627-4C81-62C8-6888-C2DADEFA7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836341"/>
            <a:ext cx="10515600" cy="5340622"/>
          </a:xfrm>
        </p:spPr>
        <p:txBody>
          <a:bodyPr/>
          <a:lstStyle/>
          <a:p>
            <a:pPr marL="114300" indent="0">
              <a:buNone/>
            </a:pPr>
            <a:r>
              <a:rPr lang="en-US" dirty="0" err="1"/>
              <a:t>file.lastModified</a:t>
            </a:r>
            <a:r>
              <a:rPr lang="en-US" dirty="0"/>
              <a:t>() - </a:t>
            </a:r>
            <a:r>
              <a:rPr lang="ru-RU" dirty="0"/>
              <a:t>возвращает время последнего изменения в миллисекундах с 1 января 1970</a:t>
            </a:r>
          </a:p>
          <a:p>
            <a:pPr marL="114300" indent="0">
              <a:buNone/>
            </a:pPr>
            <a:r>
              <a:rPr lang="en-US" dirty="0" err="1"/>
              <a:t>DateFormat.format</a:t>
            </a:r>
            <a:r>
              <a:rPr lang="en-US" dirty="0"/>
              <a:t>() - </a:t>
            </a:r>
            <a:r>
              <a:rPr lang="ru-RU" dirty="0"/>
              <a:t>форматирует дату в строку</a:t>
            </a:r>
          </a:p>
          <a:p>
            <a:pPr lvl="1"/>
            <a:r>
              <a:rPr lang="ru-RU" dirty="0"/>
              <a:t>"</a:t>
            </a:r>
            <a:r>
              <a:rPr lang="en-US" dirty="0" err="1"/>
              <a:t>dd.MM.yyyy</a:t>
            </a:r>
            <a:r>
              <a:rPr lang="en-US" dirty="0"/>
              <a:t> </a:t>
            </a:r>
            <a:r>
              <a:rPr lang="en-US" dirty="0" err="1"/>
              <a:t>HH:mm</a:t>
            </a:r>
            <a:r>
              <a:rPr lang="en-US" dirty="0"/>
              <a:t>" - </a:t>
            </a:r>
            <a:r>
              <a:rPr lang="ru-RU" dirty="0" err="1"/>
              <a:t>день.месяц.год</a:t>
            </a:r>
            <a:r>
              <a:rPr lang="ru-RU" dirty="0"/>
              <a:t> </a:t>
            </a:r>
            <a:r>
              <a:rPr lang="ru-RU" dirty="0" err="1"/>
              <a:t>часы:минуты</a:t>
            </a:r>
            <a:endParaRPr lang="ru-RU" dirty="0"/>
          </a:p>
          <a:p>
            <a:pPr lvl="1"/>
            <a:r>
              <a:rPr lang="ru-RU" dirty="0"/>
              <a:t>Пример: «25.12.2023 14:30»</a:t>
            </a:r>
          </a:p>
          <a:p>
            <a:pPr marL="571500" lvl="1" indent="0">
              <a:buNone/>
            </a:pPr>
            <a:endParaRPr lang="ru-RU" dirty="0"/>
          </a:p>
          <a:p>
            <a:pPr marL="114300" indent="0">
              <a:buNone/>
            </a:pPr>
            <a:r>
              <a:rPr lang="ru-RU" b="1" dirty="0"/>
              <a:t>Использует </a:t>
            </a:r>
            <a:r>
              <a:rPr lang="en-US" b="1" dirty="0"/>
              <a:t>Android API:</a:t>
            </a:r>
          </a:p>
          <a:p>
            <a:pPr lvl="1"/>
            <a:r>
              <a:rPr lang="en-US" dirty="0" err="1"/>
              <a:t>android.text.format.DateFormat</a:t>
            </a:r>
            <a:r>
              <a:rPr lang="en-US" dirty="0"/>
              <a:t> - </a:t>
            </a:r>
            <a:r>
              <a:rPr lang="ru-RU" dirty="0"/>
              <a:t>системный </a:t>
            </a:r>
            <a:r>
              <a:rPr lang="ru-RU" dirty="0" err="1"/>
              <a:t>форматтер</a:t>
            </a:r>
            <a:r>
              <a:rPr lang="ru-RU" dirty="0"/>
              <a:t> дат</a:t>
            </a:r>
          </a:p>
          <a:p>
            <a:pPr lvl="1"/>
            <a:r>
              <a:rPr lang="ru-RU" dirty="0"/>
              <a:t>Учитывает </a:t>
            </a:r>
            <a:r>
              <a:rPr lang="ru-RU" dirty="0" err="1"/>
              <a:t>локаль</a:t>
            </a:r>
            <a:r>
              <a:rPr lang="ru-RU" dirty="0"/>
              <a:t> пользователя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87464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B5F83C-5DC0-7218-4057-9C8490F64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8F80FC-713E-085C-0F8E-B1B7D0061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 descr="Изображение выглядит как текст, снимок экрана, документ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DBD0BAD-1E58-9E4A-DEF3-8C0745BD5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3018" y="315912"/>
            <a:ext cx="5481544" cy="6176963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Шрифт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992DCB1-A2A4-F21F-EDC9-0F0362A25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44" y="220159"/>
            <a:ext cx="5546815" cy="496515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69B8F46C-403A-8325-A7F5-6E1121B3ACC9}"/>
                  </a:ext>
                </a:extLst>
              </p14:cNvPr>
              <p14:cNvContentPartPr/>
              <p14:nvPr/>
            </p14:nvContentPartPr>
            <p14:xfrm>
              <a:off x="3467028" y="5112079"/>
              <a:ext cx="363240" cy="1222200"/>
            </p14:xfrm>
          </p:contentPart>
        </mc:Choice>
        <mc:Fallback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69B8F46C-403A-8325-A7F5-6E1121B3ACC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04028" y="5049079"/>
                <a:ext cx="488880" cy="134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698566AD-F58D-37E0-F264-2E82D46A3D8F}"/>
              </a:ext>
            </a:extLst>
          </p:cNvPr>
          <p:cNvGrpSpPr/>
          <p:nvPr/>
        </p:nvGrpSpPr>
        <p:grpSpPr>
          <a:xfrm>
            <a:off x="3842148" y="5089021"/>
            <a:ext cx="1906920" cy="1740978"/>
            <a:chOff x="3842148" y="5089021"/>
            <a:chExt cx="1906920" cy="1740978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">
              <p14:nvContentPartPr>
                <p14:cNvPr id="9" name="Рукописный ввод 8">
                  <a:extLst>
                    <a:ext uri="{FF2B5EF4-FFF2-40B4-BE49-F238E27FC236}">
                      <a16:creationId xmlns:a16="http://schemas.microsoft.com/office/drawing/2014/main" id="{114939FB-9F1D-F0D7-4184-DA1B6FF81D42}"/>
                    </a:ext>
                  </a:extLst>
                </p14:cNvPr>
                <p14:cNvContentPartPr/>
                <p14:nvPr/>
              </p14:nvContentPartPr>
              <p14:xfrm>
                <a:off x="3850068" y="6370999"/>
                <a:ext cx="256320" cy="329400"/>
              </p14:xfrm>
            </p:contentPart>
          </mc:Choice>
          <mc:Fallback>
            <p:pic>
              <p:nvPicPr>
                <p:cNvPr id="9" name="Рукописный ввод 8">
                  <a:extLst>
                    <a:ext uri="{FF2B5EF4-FFF2-40B4-BE49-F238E27FC236}">
                      <a16:creationId xmlns:a16="http://schemas.microsoft.com/office/drawing/2014/main" id="{114939FB-9F1D-F0D7-4184-DA1B6FF81D4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87068" y="6308359"/>
                  <a:ext cx="38196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">
              <p14:nvContentPartPr>
                <p14:cNvPr id="10" name="Рукописный ввод 9">
                  <a:extLst>
                    <a:ext uri="{FF2B5EF4-FFF2-40B4-BE49-F238E27FC236}">
                      <a16:creationId xmlns:a16="http://schemas.microsoft.com/office/drawing/2014/main" id="{0ABC377D-EAC6-A610-56CE-34B50D5899BB}"/>
                    </a:ext>
                  </a:extLst>
                </p14:cNvPr>
                <p14:cNvContentPartPr/>
                <p14:nvPr/>
              </p14:nvContentPartPr>
              <p14:xfrm>
                <a:off x="3842148" y="6176239"/>
                <a:ext cx="322200" cy="417240"/>
              </p14:xfrm>
            </p:contentPart>
          </mc:Choice>
          <mc:Fallback>
            <p:pic>
              <p:nvPicPr>
                <p:cNvPr id="10" name="Рукописный ввод 9">
                  <a:extLst>
                    <a:ext uri="{FF2B5EF4-FFF2-40B4-BE49-F238E27FC236}">
                      <a16:creationId xmlns:a16="http://schemas.microsoft.com/office/drawing/2014/main" id="{0ABC377D-EAC6-A610-56CE-34B50D5899B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779508" y="6113239"/>
                  <a:ext cx="447840" cy="5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0">
              <p14:nvContentPartPr>
                <p14:cNvPr id="11" name="Рукописный ввод 10">
                  <a:extLst>
                    <a:ext uri="{FF2B5EF4-FFF2-40B4-BE49-F238E27FC236}">
                      <a16:creationId xmlns:a16="http://schemas.microsoft.com/office/drawing/2014/main" id="{C7C6BB31-4BAA-9BDD-A916-064A91E0B72E}"/>
                    </a:ext>
                  </a:extLst>
                </p14:cNvPr>
                <p14:cNvContentPartPr/>
                <p14:nvPr/>
              </p14:nvContentPartPr>
              <p14:xfrm>
                <a:off x="4215108" y="5904799"/>
                <a:ext cx="412560" cy="472680"/>
              </p14:xfrm>
            </p:contentPart>
          </mc:Choice>
          <mc:Fallback>
            <p:pic>
              <p:nvPicPr>
                <p:cNvPr id="11" name="Рукописный ввод 10">
                  <a:extLst>
                    <a:ext uri="{FF2B5EF4-FFF2-40B4-BE49-F238E27FC236}">
                      <a16:creationId xmlns:a16="http://schemas.microsoft.com/office/drawing/2014/main" id="{C7C6BB31-4BAA-9BDD-A916-064A91E0B72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152108" y="5842159"/>
                  <a:ext cx="538200" cy="59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2">
              <p14:nvContentPartPr>
                <p14:cNvPr id="13" name="Рукописный ввод 12">
                  <a:extLst>
                    <a:ext uri="{FF2B5EF4-FFF2-40B4-BE49-F238E27FC236}">
                      <a16:creationId xmlns:a16="http://schemas.microsoft.com/office/drawing/2014/main" id="{3DBEAD46-344E-1C27-6D6E-C057AB0647AB}"/>
                    </a:ext>
                  </a:extLst>
                </p14:cNvPr>
                <p14:cNvContentPartPr/>
                <p14:nvPr/>
              </p14:nvContentPartPr>
              <p14:xfrm>
                <a:off x="4560708" y="6585559"/>
                <a:ext cx="147240" cy="244440"/>
              </p14:xfrm>
            </p:contentPart>
          </mc:Choice>
          <mc:Fallback>
            <p:pic>
              <p:nvPicPr>
                <p:cNvPr id="13" name="Рукописный ввод 12">
                  <a:extLst>
                    <a:ext uri="{FF2B5EF4-FFF2-40B4-BE49-F238E27FC236}">
                      <a16:creationId xmlns:a16="http://schemas.microsoft.com/office/drawing/2014/main" id="{3DBEAD46-344E-1C27-6D6E-C057AB0647A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498068" y="6522919"/>
                  <a:ext cx="27288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4">
              <p14:nvContentPartPr>
                <p14:cNvPr id="14" name="Рукописный ввод 13">
                  <a:extLst>
                    <a:ext uri="{FF2B5EF4-FFF2-40B4-BE49-F238E27FC236}">
                      <a16:creationId xmlns:a16="http://schemas.microsoft.com/office/drawing/2014/main" id="{56D9C575-E7FA-DEA6-CE52-248C74F907C0}"/>
                    </a:ext>
                  </a:extLst>
                </p14:cNvPr>
                <p14:cNvContentPartPr/>
                <p14:nvPr/>
              </p14:nvContentPartPr>
              <p14:xfrm>
                <a:off x="4536948" y="6335341"/>
                <a:ext cx="372240" cy="351000"/>
              </p14:xfrm>
            </p:contentPart>
          </mc:Choice>
          <mc:Fallback>
            <p:pic>
              <p:nvPicPr>
                <p:cNvPr id="14" name="Рукописный ввод 13">
                  <a:extLst>
                    <a:ext uri="{FF2B5EF4-FFF2-40B4-BE49-F238E27FC236}">
                      <a16:creationId xmlns:a16="http://schemas.microsoft.com/office/drawing/2014/main" id="{56D9C575-E7FA-DEA6-CE52-248C74F907C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473948" y="6272701"/>
                  <a:ext cx="49788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6">
              <p14:nvContentPartPr>
                <p14:cNvPr id="15" name="Рукописный ввод 14">
                  <a:extLst>
                    <a:ext uri="{FF2B5EF4-FFF2-40B4-BE49-F238E27FC236}">
                      <a16:creationId xmlns:a16="http://schemas.microsoft.com/office/drawing/2014/main" id="{134F7E03-1328-8EFD-A7CD-5E08C3F35CF6}"/>
                    </a:ext>
                  </a:extLst>
                </p14:cNvPr>
                <p14:cNvContentPartPr/>
                <p14:nvPr/>
              </p14:nvContentPartPr>
              <p14:xfrm>
                <a:off x="4857708" y="6191701"/>
                <a:ext cx="196920" cy="233640"/>
              </p14:xfrm>
            </p:contentPart>
          </mc:Choice>
          <mc:Fallback>
            <p:pic>
              <p:nvPicPr>
                <p:cNvPr id="15" name="Рукописный ввод 14">
                  <a:extLst>
                    <a:ext uri="{FF2B5EF4-FFF2-40B4-BE49-F238E27FC236}">
                      <a16:creationId xmlns:a16="http://schemas.microsoft.com/office/drawing/2014/main" id="{134F7E03-1328-8EFD-A7CD-5E08C3F35CF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795068" y="6128701"/>
                  <a:ext cx="32256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8">
              <p14:nvContentPartPr>
                <p14:cNvPr id="16" name="Рукописный ввод 15">
                  <a:extLst>
                    <a:ext uri="{FF2B5EF4-FFF2-40B4-BE49-F238E27FC236}">
                      <a16:creationId xmlns:a16="http://schemas.microsoft.com/office/drawing/2014/main" id="{29961B0F-686D-7BC7-CA28-F7686241A130}"/>
                    </a:ext>
                  </a:extLst>
                </p14:cNvPr>
                <p14:cNvContentPartPr/>
                <p14:nvPr/>
              </p14:nvContentPartPr>
              <p14:xfrm>
                <a:off x="5022948" y="5917381"/>
                <a:ext cx="150840" cy="228960"/>
              </p14:xfrm>
            </p:contentPart>
          </mc:Choice>
          <mc:Fallback>
            <p:pic>
              <p:nvPicPr>
                <p:cNvPr id="16" name="Рукописный ввод 15">
                  <a:extLst>
                    <a:ext uri="{FF2B5EF4-FFF2-40B4-BE49-F238E27FC236}">
                      <a16:creationId xmlns:a16="http://schemas.microsoft.com/office/drawing/2014/main" id="{29961B0F-686D-7BC7-CA28-F7686241A13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959948" y="5854741"/>
                  <a:ext cx="27648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0">
              <p14:nvContentPartPr>
                <p14:cNvPr id="17" name="Рукописный ввод 16">
                  <a:extLst>
                    <a:ext uri="{FF2B5EF4-FFF2-40B4-BE49-F238E27FC236}">
                      <a16:creationId xmlns:a16="http://schemas.microsoft.com/office/drawing/2014/main" id="{5966C509-5CC4-3C77-8C0A-F13E19010F52}"/>
                    </a:ext>
                  </a:extLst>
                </p14:cNvPr>
                <p14:cNvContentPartPr/>
                <p14:nvPr/>
              </p14:nvContentPartPr>
              <p14:xfrm>
                <a:off x="4918908" y="5750341"/>
                <a:ext cx="97200" cy="290520"/>
              </p14:xfrm>
            </p:contentPart>
          </mc:Choice>
          <mc:Fallback>
            <p:pic>
              <p:nvPicPr>
                <p:cNvPr id="17" name="Рукописный ввод 16">
                  <a:extLst>
                    <a:ext uri="{FF2B5EF4-FFF2-40B4-BE49-F238E27FC236}">
                      <a16:creationId xmlns:a16="http://schemas.microsoft.com/office/drawing/2014/main" id="{5966C509-5CC4-3C77-8C0A-F13E19010F5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55908" y="5687701"/>
                  <a:ext cx="22284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2">
              <p14:nvContentPartPr>
                <p14:cNvPr id="18" name="Рукописный ввод 17">
                  <a:extLst>
                    <a:ext uri="{FF2B5EF4-FFF2-40B4-BE49-F238E27FC236}">
                      <a16:creationId xmlns:a16="http://schemas.microsoft.com/office/drawing/2014/main" id="{396FFE0F-E1BD-4141-2D00-05AB7DE8D8C6}"/>
                    </a:ext>
                  </a:extLst>
                </p14:cNvPr>
                <p14:cNvContentPartPr/>
                <p14:nvPr/>
              </p14:nvContentPartPr>
              <p14:xfrm>
                <a:off x="5075148" y="5708941"/>
                <a:ext cx="227160" cy="236880"/>
              </p14:xfrm>
            </p:contentPart>
          </mc:Choice>
          <mc:Fallback>
            <p:pic>
              <p:nvPicPr>
                <p:cNvPr id="18" name="Рукописный ввод 17">
                  <a:extLst>
                    <a:ext uri="{FF2B5EF4-FFF2-40B4-BE49-F238E27FC236}">
                      <a16:creationId xmlns:a16="http://schemas.microsoft.com/office/drawing/2014/main" id="{396FFE0F-E1BD-4141-2D00-05AB7DE8D8C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012148" y="5646301"/>
                  <a:ext cx="35280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4">
              <p14:nvContentPartPr>
                <p14:cNvPr id="19" name="Рукописный ввод 18">
                  <a:extLst>
                    <a:ext uri="{FF2B5EF4-FFF2-40B4-BE49-F238E27FC236}">
                      <a16:creationId xmlns:a16="http://schemas.microsoft.com/office/drawing/2014/main" id="{EF6BEA79-D67D-5C4E-AE47-C134293B9271}"/>
                    </a:ext>
                  </a:extLst>
                </p14:cNvPr>
                <p14:cNvContentPartPr/>
                <p14:nvPr/>
              </p14:nvContentPartPr>
              <p14:xfrm>
                <a:off x="5278548" y="5436781"/>
                <a:ext cx="387720" cy="675720"/>
              </p14:xfrm>
            </p:contentPart>
          </mc:Choice>
          <mc:Fallback>
            <p:pic>
              <p:nvPicPr>
                <p:cNvPr id="19" name="Рукописный ввод 18">
                  <a:extLst>
                    <a:ext uri="{FF2B5EF4-FFF2-40B4-BE49-F238E27FC236}">
                      <a16:creationId xmlns:a16="http://schemas.microsoft.com/office/drawing/2014/main" id="{EF6BEA79-D67D-5C4E-AE47-C134293B927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215548" y="5373781"/>
                  <a:ext cx="513360" cy="80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6">
              <p14:nvContentPartPr>
                <p14:cNvPr id="20" name="Рукописный ввод 19">
                  <a:extLst>
                    <a:ext uri="{FF2B5EF4-FFF2-40B4-BE49-F238E27FC236}">
                      <a16:creationId xmlns:a16="http://schemas.microsoft.com/office/drawing/2014/main" id="{8D546AF0-AC05-E350-0B89-45A5D8CDCBD1}"/>
                    </a:ext>
                  </a:extLst>
                </p14:cNvPr>
                <p14:cNvContentPartPr/>
                <p14:nvPr/>
              </p14:nvContentPartPr>
              <p14:xfrm>
                <a:off x="5386908" y="5089021"/>
                <a:ext cx="362160" cy="426600"/>
              </p14:xfrm>
            </p:contentPart>
          </mc:Choice>
          <mc:Fallback>
            <p:pic>
              <p:nvPicPr>
                <p:cNvPr id="20" name="Рукописный ввод 19">
                  <a:extLst>
                    <a:ext uri="{FF2B5EF4-FFF2-40B4-BE49-F238E27FC236}">
                      <a16:creationId xmlns:a16="http://schemas.microsoft.com/office/drawing/2014/main" id="{8D546AF0-AC05-E350-0B89-45A5D8CDCBD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324268" y="5026021"/>
                  <a:ext cx="487800" cy="552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838171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423094-AEC1-E813-C38B-FCE41BF67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ru-RU" dirty="0"/>
              <a:t>Практическая работа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44BBF8-8590-109F-9F64-2871BDED0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15483"/>
            <a:ext cx="10515600" cy="4961480"/>
          </a:xfrm>
        </p:spPr>
        <p:txBody>
          <a:bodyPr/>
          <a:lstStyle/>
          <a:p>
            <a:pPr marL="114300" indent="0">
              <a:buNone/>
            </a:pPr>
            <a:r>
              <a:rPr lang="ru-RU" dirty="0"/>
              <a:t>Создать приложение которое может:</a:t>
            </a:r>
          </a:p>
          <a:p>
            <a:r>
              <a:rPr lang="ru-RU" dirty="0"/>
              <a:t>Создать файл</a:t>
            </a:r>
          </a:p>
          <a:p>
            <a:r>
              <a:rPr lang="ru-RU" dirty="0"/>
              <a:t>Удалить файл</a:t>
            </a:r>
          </a:p>
          <a:p>
            <a:r>
              <a:rPr lang="ru-RU" dirty="0"/>
              <a:t>Прочитать из файла</a:t>
            </a:r>
          </a:p>
          <a:p>
            <a:r>
              <a:rPr lang="ru-RU" dirty="0"/>
              <a:t>Записать в файл</a:t>
            </a:r>
          </a:p>
          <a:p>
            <a:pPr marL="114300" indent="0">
              <a:buNone/>
            </a:pPr>
            <a:r>
              <a:rPr lang="ru-RU" dirty="0"/>
              <a:t>(в скрине показать директорию с файлами)</a:t>
            </a:r>
          </a:p>
          <a:p>
            <a:pPr marL="114300" indent="0">
              <a:buNone/>
            </a:pPr>
            <a:br>
              <a:rPr lang="ru-RU" dirty="0"/>
            </a:br>
            <a:r>
              <a:rPr lang="ru-RU" b="1" dirty="0"/>
              <a:t>дополнительно:</a:t>
            </a:r>
          </a:p>
          <a:p>
            <a:pPr marL="114300" indent="0">
              <a:buNone/>
            </a:pPr>
            <a:r>
              <a:rPr lang="ru-RU" dirty="0"/>
              <a:t>Отобразить список доступных файлов</a:t>
            </a:r>
          </a:p>
        </p:txBody>
      </p:sp>
      <p:pic>
        <p:nvPicPr>
          <p:cNvPr id="5" name="Рисунок 4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E77A43D-69C7-73E4-39D7-013E24701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1048" y="365125"/>
            <a:ext cx="3216344" cy="5811838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356D7E1-A864-122B-7584-FCBFD7B6F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760" y="1904130"/>
            <a:ext cx="2263696" cy="179209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8C5FB0AA-647B-E15D-E189-3E00AA3F8100}"/>
                  </a:ext>
                </a:extLst>
              </p14:cNvPr>
              <p14:cNvContentPartPr/>
              <p14:nvPr/>
            </p14:nvContentPartPr>
            <p14:xfrm>
              <a:off x="6763908" y="3678919"/>
              <a:ext cx="1725120" cy="2192400"/>
            </p14:xfrm>
          </p:contentPart>
        </mc:Choice>
        <mc:Fallback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8C5FB0AA-647B-E15D-E189-3E00AA3F810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01268" y="3616279"/>
                <a:ext cx="1850760" cy="231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07190B65-AE98-5CF3-D12D-D28B3CB7FCC4}"/>
              </a:ext>
            </a:extLst>
          </p:cNvPr>
          <p:cNvGrpSpPr/>
          <p:nvPr/>
        </p:nvGrpSpPr>
        <p:grpSpPr>
          <a:xfrm>
            <a:off x="4483308" y="5923879"/>
            <a:ext cx="2619360" cy="742320"/>
            <a:chOff x="4483308" y="5923879"/>
            <a:chExt cx="2619360" cy="74232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">
              <p14:nvContentPartPr>
                <p14:cNvPr id="8" name="Рукописный ввод 7">
                  <a:extLst>
                    <a:ext uri="{FF2B5EF4-FFF2-40B4-BE49-F238E27FC236}">
                      <a16:creationId xmlns:a16="http://schemas.microsoft.com/office/drawing/2014/main" id="{0BC2F8DA-2AC7-34EB-0D94-198A22B1907D}"/>
                    </a:ext>
                  </a:extLst>
                </p14:cNvPr>
                <p14:cNvContentPartPr/>
                <p14:nvPr/>
              </p14:nvContentPartPr>
              <p14:xfrm>
                <a:off x="4483308" y="6148879"/>
                <a:ext cx="218880" cy="446400"/>
              </p14:xfrm>
            </p:contentPart>
          </mc:Choice>
          <mc:Fallback>
            <p:pic>
              <p:nvPicPr>
                <p:cNvPr id="8" name="Рукописный ввод 7">
                  <a:extLst>
                    <a:ext uri="{FF2B5EF4-FFF2-40B4-BE49-F238E27FC236}">
                      <a16:creationId xmlns:a16="http://schemas.microsoft.com/office/drawing/2014/main" id="{0BC2F8DA-2AC7-34EB-0D94-198A22B1907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20668" y="6085879"/>
                  <a:ext cx="344520" cy="57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">
              <p14:nvContentPartPr>
                <p14:cNvPr id="9" name="Рукописный ввод 8">
                  <a:extLst>
                    <a:ext uri="{FF2B5EF4-FFF2-40B4-BE49-F238E27FC236}">
                      <a16:creationId xmlns:a16="http://schemas.microsoft.com/office/drawing/2014/main" id="{0B42A0E6-A5DD-C096-44E6-9CB146C70934}"/>
                    </a:ext>
                  </a:extLst>
                </p14:cNvPr>
                <p14:cNvContentPartPr/>
                <p14:nvPr/>
              </p14:nvContentPartPr>
              <p14:xfrm>
                <a:off x="4662948" y="6334279"/>
                <a:ext cx="168480" cy="122040"/>
              </p14:xfrm>
            </p:contentPart>
          </mc:Choice>
          <mc:Fallback>
            <p:pic>
              <p:nvPicPr>
                <p:cNvPr id="9" name="Рукописный ввод 8">
                  <a:extLst>
                    <a:ext uri="{FF2B5EF4-FFF2-40B4-BE49-F238E27FC236}">
                      <a16:creationId xmlns:a16="http://schemas.microsoft.com/office/drawing/2014/main" id="{0B42A0E6-A5DD-C096-44E6-9CB146C7093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99948" y="6271279"/>
                  <a:ext cx="2941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0">
              <p14:nvContentPartPr>
                <p14:cNvPr id="10" name="Рукописный ввод 9">
                  <a:extLst>
                    <a:ext uri="{FF2B5EF4-FFF2-40B4-BE49-F238E27FC236}">
                      <a16:creationId xmlns:a16="http://schemas.microsoft.com/office/drawing/2014/main" id="{DDC9DC5F-C654-84FD-C5A5-DAD5322271B8}"/>
                    </a:ext>
                  </a:extLst>
                </p14:cNvPr>
                <p14:cNvContentPartPr/>
                <p14:nvPr/>
              </p14:nvContentPartPr>
              <p14:xfrm>
                <a:off x="4953828" y="6119719"/>
                <a:ext cx="320400" cy="302400"/>
              </p14:xfrm>
            </p:contentPart>
          </mc:Choice>
          <mc:Fallback>
            <p:pic>
              <p:nvPicPr>
                <p:cNvPr id="10" name="Рукописный ввод 9">
                  <a:extLst>
                    <a:ext uri="{FF2B5EF4-FFF2-40B4-BE49-F238E27FC236}">
                      <a16:creationId xmlns:a16="http://schemas.microsoft.com/office/drawing/2014/main" id="{DDC9DC5F-C654-84FD-C5A5-DAD5322271B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891188" y="6056719"/>
                  <a:ext cx="44604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2">
              <p14:nvContentPartPr>
                <p14:cNvPr id="11" name="Рукописный ввод 10">
                  <a:extLst>
                    <a:ext uri="{FF2B5EF4-FFF2-40B4-BE49-F238E27FC236}">
                      <a16:creationId xmlns:a16="http://schemas.microsoft.com/office/drawing/2014/main" id="{47EB4BAB-AACA-8DD1-CB04-EF37262C3647}"/>
                    </a:ext>
                  </a:extLst>
                </p14:cNvPr>
                <p14:cNvContentPartPr/>
                <p14:nvPr/>
              </p14:nvContentPartPr>
              <p14:xfrm>
                <a:off x="5324268" y="5947639"/>
                <a:ext cx="151560" cy="358200"/>
              </p14:xfrm>
            </p:contentPart>
          </mc:Choice>
          <mc:Fallback>
            <p:pic>
              <p:nvPicPr>
                <p:cNvPr id="11" name="Рукописный ввод 10">
                  <a:extLst>
                    <a:ext uri="{FF2B5EF4-FFF2-40B4-BE49-F238E27FC236}">
                      <a16:creationId xmlns:a16="http://schemas.microsoft.com/office/drawing/2014/main" id="{47EB4BAB-AACA-8DD1-CB04-EF37262C364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261268" y="5884999"/>
                  <a:ext cx="277200" cy="4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4">
              <p14:nvContentPartPr>
                <p14:cNvPr id="12" name="Рукописный ввод 11">
                  <a:extLst>
                    <a:ext uri="{FF2B5EF4-FFF2-40B4-BE49-F238E27FC236}">
                      <a16:creationId xmlns:a16="http://schemas.microsoft.com/office/drawing/2014/main" id="{1159F214-3D4E-394D-5E90-8ED55A4D10F9}"/>
                    </a:ext>
                  </a:extLst>
                </p14:cNvPr>
                <p14:cNvContentPartPr/>
                <p14:nvPr/>
              </p14:nvContentPartPr>
              <p14:xfrm>
                <a:off x="5443428" y="6087319"/>
                <a:ext cx="237240" cy="173520"/>
              </p14:xfrm>
            </p:contentPart>
          </mc:Choice>
          <mc:Fallback>
            <p:pic>
              <p:nvPicPr>
                <p:cNvPr id="12" name="Рукописный ввод 11">
                  <a:extLst>
                    <a:ext uri="{FF2B5EF4-FFF2-40B4-BE49-F238E27FC236}">
                      <a16:creationId xmlns:a16="http://schemas.microsoft.com/office/drawing/2014/main" id="{1159F214-3D4E-394D-5E90-8ED55A4D10F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380428" y="6024319"/>
                  <a:ext cx="3628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6">
              <p14:nvContentPartPr>
                <p14:cNvPr id="13" name="Рукописный ввод 12">
                  <a:extLst>
                    <a:ext uri="{FF2B5EF4-FFF2-40B4-BE49-F238E27FC236}">
                      <a16:creationId xmlns:a16="http://schemas.microsoft.com/office/drawing/2014/main" id="{0FCDC45F-A1C9-2B7C-294A-7A871F28E9D3}"/>
                    </a:ext>
                  </a:extLst>
                </p14:cNvPr>
                <p14:cNvContentPartPr/>
                <p14:nvPr/>
              </p14:nvContentPartPr>
              <p14:xfrm>
                <a:off x="6260268" y="6229519"/>
                <a:ext cx="29880" cy="248040"/>
              </p14:xfrm>
            </p:contentPart>
          </mc:Choice>
          <mc:Fallback>
            <p:pic>
              <p:nvPicPr>
                <p:cNvPr id="13" name="Рукописный ввод 12">
                  <a:extLst>
                    <a:ext uri="{FF2B5EF4-FFF2-40B4-BE49-F238E27FC236}">
                      <a16:creationId xmlns:a16="http://schemas.microsoft.com/office/drawing/2014/main" id="{0FCDC45F-A1C9-2B7C-294A-7A871F28E9D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197268" y="6166519"/>
                  <a:ext cx="15552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8">
              <p14:nvContentPartPr>
                <p14:cNvPr id="14" name="Рукописный ввод 13">
                  <a:extLst>
                    <a:ext uri="{FF2B5EF4-FFF2-40B4-BE49-F238E27FC236}">
                      <a16:creationId xmlns:a16="http://schemas.microsoft.com/office/drawing/2014/main" id="{41D71805-4CC2-A1DE-94C7-AFBCD6FD69A9}"/>
                    </a:ext>
                  </a:extLst>
                </p14:cNvPr>
                <p14:cNvContentPartPr/>
                <p14:nvPr/>
              </p14:nvContentPartPr>
              <p14:xfrm>
                <a:off x="6067668" y="6117559"/>
                <a:ext cx="378720" cy="83880"/>
              </p14:xfrm>
            </p:contentPart>
          </mc:Choice>
          <mc:Fallback>
            <p:pic>
              <p:nvPicPr>
                <p:cNvPr id="14" name="Рукописный ввод 13">
                  <a:extLst>
                    <a:ext uri="{FF2B5EF4-FFF2-40B4-BE49-F238E27FC236}">
                      <a16:creationId xmlns:a16="http://schemas.microsoft.com/office/drawing/2014/main" id="{41D71805-4CC2-A1DE-94C7-AFBCD6FD69A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05028" y="6054559"/>
                  <a:ext cx="5043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0">
              <p14:nvContentPartPr>
                <p14:cNvPr id="15" name="Рукописный ввод 14">
                  <a:extLst>
                    <a:ext uri="{FF2B5EF4-FFF2-40B4-BE49-F238E27FC236}">
                      <a16:creationId xmlns:a16="http://schemas.microsoft.com/office/drawing/2014/main" id="{624E24BD-F304-4842-9C07-E1C87D3806AE}"/>
                    </a:ext>
                  </a:extLst>
                </p14:cNvPr>
                <p14:cNvContentPartPr/>
                <p14:nvPr/>
              </p14:nvContentPartPr>
              <p14:xfrm>
                <a:off x="6446388" y="6056359"/>
                <a:ext cx="295200" cy="609840"/>
              </p14:xfrm>
            </p:contentPart>
          </mc:Choice>
          <mc:Fallback>
            <p:pic>
              <p:nvPicPr>
                <p:cNvPr id="15" name="Рукописный ввод 14">
                  <a:extLst>
                    <a:ext uri="{FF2B5EF4-FFF2-40B4-BE49-F238E27FC236}">
                      <a16:creationId xmlns:a16="http://schemas.microsoft.com/office/drawing/2014/main" id="{624E24BD-F304-4842-9C07-E1C87D3806A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383388" y="5993719"/>
                  <a:ext cx="420840" cy="73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2">
              <p14:nvContentPartPr>
                <p14:cNvPr id="16" name="Рукописный ввод 15">
                  <a:extLst>
                    <a:ext uri="{FF2B5EF4-FFF2-40B4-BE49-F238E27FC236}">
                      <a16:creationId xmlns:a16="http://schemas.microsoft.com/office/drawing/2014/main" id="{9B86BB75-BCB7-7C38-A68B-CA1ED97A569F}"/>
                    </a:ext>
                  </a:extLst>
                </p14:cNvPr>
                <p14:cNvContentPartPr/>
                <p14:nvPr/>
              </p14:nvContentPartPr>
              <p14:xfrm>
                <a:off x="6906108" y="6059959"/>
                <a:ext cx="77400" cy="291960"/>
              </p14:xfrm>
            </p:contentPart>
          </mc:Choice>
          <mc:Fallback>
            <p:pic>
              <p:nvPicPr>
                <p:cNvPr id="16" name="Рукописный ввод 15">
                  <a:extLst>
                    <a:ext uri="{FF2B5EF4-FFF2-40B4-BE49-F238E27FC236}">
                      <a16:creationId xmlns:a16="http://schemas.microsoft.com/office/drawing/2014/main" id="{9B86BB75-BCB7-7C38-A68B-CA1ED97A569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843108" y="5997319"/>
                  <a:ext cx="20304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4">
              <p14:nvContentPartPr>
                <p14:cNvPr id="17" name="Рукописный ввод 16">
                  <a:extLst>
                    <a:ext uri="{FF2B5EF4-FFF2-40B4-BE49-F238E27FC236}">
                      <a16:creationId xmlns:a16="http://schemas.microsoft.com/office/drawing/2014/main" id="{EA50AF47-E389-D168-31CA-D0D8154518EE}"/>
                    </a:ext>
                  </a:extLst>
                </p14:cNvPr>
                <p14:cNvContentPartPr/>
                <p14:nvPr/>
              </p14:nvContentPartPr>
              <p14:xfrm>
                <a:off x="6756708" y="5923879"/>
                <a:ext cx="345960" cy="222480"/>
              </p14:xfrm>
            </p:contentPart>
          </mc:Choice>
          <mc:Fallback>
            <p:pic>
              <p:nvPicPr>
                <p:cNvPr id="17" name="Рукописный ввод 16">
                  <a:extLst>
                    <a:ext uri="{FF2B5EF4-FFF2-40B4-BE49-F238E27FC236}">
                      <a16:creationId xmlns:a16="http://schemas.microsoft.com/office/drawing/2014/main" id="{EA50AF47-E389-D168-31CA-D0D8154518E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694068" y="5860879"/>
                  <a:ext cx="471600" cy="348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167862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811</Words>
  <Application>Microsoft Office PowerPoint</Application>
  <PresentationFormat>Широкоэкранный</PresentationFormat>
  <Paragraphs>114</Paragraphs>
  <Slides>22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6" baseType="lpstr">
      <vt:lpstr>Arial</vt:lpstr>
      <vt:lpstr>Calibri</vt:lpstr>
      <vt:lpstr>Times New Roman</vt:lpstr>
      <vt:lpstr>Тема Office</vt:lpstr>
      <vt:lpstr>Files</vt:lpstr>
      <vt:lpstr>Пример получения директории</vt:lpstr>
      <vt:lpstr>Презентация PowerPoint</vt:lpstr>
      <vt:lpstr>Пример получения списка файлов</vt:lpstr>
      <vt:lpstr>Презентация PowerPoint</vt:lpstr>
      <vt:lpstr>Пример создания файла</vt:lpstr>
      <vt:lpstr>Презентация PowerPoint</vt:lpstr>
      <vt:lpstr>Презентация PowerPoint</vt:lpstr>
      <vt:lpstr>Презентация PowerPoint</vt:lpstr>
      <vt:lpstr>Пример как получить нужный файл</vt:lpstr>
      <vt:lpstr>Пример запись в файл</vt:lpstr>
      <vt:lpstr>Презентация PowerPoint</vt:lpstr>
      <vt:lpstr>Пример чтение из файла</vt:lpstr>
      <vt:lpstr>Презентация PowerPoint</vt:lpstr>
      <vt:lpstr>Пример как удалить файл</vt:lpstr>
      <vt:lpstr>Пример как переименовать файл</vt:lpstr>
      <vt:lpstr>Презентация PowerPoint</vt:lpstr>
      <vt:lpstr>Пример как посмотреть размер файла</vt:lpstr>
      <vt:lpstr>Пример как посмотреть изменения файла</vt:lpstr>
      <vt:lpstr>Презентация PowerPoint</vt:lpstr>
      <vt:lpstr>Презентация PowerPoint</vt:lpstr>
      <vt:lpstr>Практическая работа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llasll</cp:lastModifiedBy>
  <cp:revision>16</cp:revision>
  <dcterms:modified xsi:type="dcterms:W3CDTF">2026-01-23T16:18:16Z</dcterms:modified>
</cp:coreProperties>
</file>